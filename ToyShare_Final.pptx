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24384000" cy="13716000"/>
  <p:notesSz cx="13716000" cy="2438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4284" y="-28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74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7B6FE8"/>
            </a:gs>
            <a:gs pos="40000">
              <a:srgbClr val="5B4FCF"/>
            </a:gs>
            <a:gs pos="100000">
              <a:srgbClr val="3D32A8"/>
            </a:gs>
          </a:gsLst>
          <a:path path="circle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0000" y="254000"/>
            <a:ext cx="3556000" cy="2032000"/>
          </a:xfrm>
          <a:prstGeom prst="ellipse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032000" y="4318000"/>
            <a:ext cx="2032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000" b="1" kern="0" spc="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ToyShare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302000" y="5969000"/>
            <a:ext cx="177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3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Share Joy, One Toy at a Time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0" y="6858000"/>
            <a:ext cx="152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00" dirty="0">
                <a:solidFill>
                  <a:srgbClr val="FFFFFF">
                    <a:alpha val="8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Community Toy Lending &amp; Sharing Platform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52000" y="7747000"/>
            <a:ext cx="5080000" cy="0"/>
          </a:xfrm>
          <a:prstGeom prst="straightConnector1">
            <a:avLst/>
          </a:prstGeom>
          <a:noFill/>
          <a:ln w="25400">
            <a:solidFill>
              <a:srgbClr val="FFFFFF">
                <a:alpha val="37647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7112000" y="812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kern="0" spc="400" dirty="0">
                <a:solidFill>
                  <a:srgbClr val="FFFFFF">
                    <a:alpha val="66667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MADE BY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61000" y="8706427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Abdullah Rehman </a:t>
            </a:r>
            <a:r>
              <a:rPr lang="en-US" sz="2000" dirty="0">
                <a:solidFill>
                  <a:srgbClr val="FFFFFF">
                    <a:alpha val="667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(2023-Arid-3585)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446000" y="8706427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Awais Ahmed </a:t>
            </a:r>
            <a:r>
              <a:rPr lang="en-US" sz="2000" dirty="0">
                <a:solidFill>
                  <a:srgbClr val="FFFFFF">
                    <a:alpha val="667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(2023-Arid-3627)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61000" y="9277927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Jamal Asghar </a:t>
            </a:r>
            <a:r>
              <a:rPr lang="en-US" sz="2000" dirty="0">
                <a:solidFill>
                  <a:srgbClr val="FFFFFF">
                    <a:alpha val="667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(2023-Arid-3794)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446000" y="9277927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Mohammad Zohab </a:t>
            </a:r>
            <a:r>
              <a:rPr lang="en-US" sz="2000" dirty="0">
                <a:solidFill>
                  <a:srgbClr val="FFFFFF">
                    <a:alpha val="667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(2023-Arid-3853)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61000" y="9849427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Rafay Akhlaq </a:t>
            </a:r>
            <a:r>
              <a:rPr lang="en-US" sz="2000" dirty="0">
                <a:solidFill>
                  <a:srgbClr val="FFFFFF">
                    <a:alpha val="667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(2023-Arid-3875)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446000" y="9849427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Sammar Abbas </a:t>
            </a:r>
            <a:r>
              <a:rPr lang="en-US" sz="2000" dirty="0">
                <a:solidFill>
                  <a:srgbClr val="FFFFFF">
                    <a:alpha val="667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(2023-Arid-3899)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842000" y="11049000"/>
            <a:ext cx="6350000" cy="762000"/>
          </a:xfrm>
          <a:prstGeom prst="roundRect">
            <a:avLst>
              <a:gd name="adj" fmla="val 8000"/>
            </a:avLst>
          </a:prstGeom>
          <a:solidFill>
            <a:srgbClr val="A89AF0"/>
          </a:solidFill>
          <a:ln/>
        </p:spPr>
      </p:sp>
      <p:sp>
        <p:nvSpPr>
          <p:cNvPr id="17" name="Shape 15"/>
          <p:cNvSpPr/>
          <p:nvPr/>
        </p:nvSpPr>
        <p:spPr>
          <a:xfrm>
            <a:off x="5842000" y="11049000"/>
            <a:ext cx="254000" cy="7620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8" name="Shape 16"/>
          <p:cNvSpPr/>
          <p:nvPr/>
        </p:nvSpPr>
        <p:spPr>
          <a:xfrm>
            <a:off x="12192000" y="11049000"/>
            <a:ext cx="6350000" cy="762000"/>
          </a:xfrm>
          <a:prstGeom prst="roundRect">
            <a:avLst>
              <a:gd name="adj" fmla="val 8000"/>
            </a:avLst>
          </a:prstGeom>
          <a:solidFill>
            <a:srgbClr val="8B7FE8"/>
          </a:solidFill>
          <a:ln/>
        </p:spPr>
      </p:sp>
      <p:sp>
        <p:nvSpPr>
          <p:cNvPr id="19" name="Shape 17"/>
          <p:cNvSpPr/>
          <p:nvPr/>
        </p:nvSpPr>
        <p:spPr>
          <a:xfrm>
            <a:off x="12192000" y="11049000"/>
            <a:ext cx="254000" cy="762000"/>
          </a:xfrm>
          <a:prstGeom prst="rect">
            <a:avLst/>
          </a:prstGeom>
          <a:solidFill>
            <a:srgbClr val="FF8C42"/>
          </a:solidFill>
          <a:ln/>
        </p:spPr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8CE7C0A-BE99-520B-4DE2-980276C32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5082" y="1460500"/>
            <a:ext cx="2433836" cy="2794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flip="none" rotWithShape="1">
          <a:gsLst>
            <a:gs pos="0">
              <a:srgbClr val="EDE9FE"/>
            </a:gs>
            <a:gs pos="50000">
              <a:srgbClr val="F5F3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16000" y="15875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ToyShare Matters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6000" y="2349500"/>
            <a:ext cx="22352000" cy="0"/>
          </a:xfrm>
          <a:prstGeom prst="straightConnector1">
            <a:avLst/>
          </a:prstGeom>
          <a:noFill/>
          <a:ln w="12700">
            <a:solidFill>
              <a:srgbClr val="D4CCF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rot="5400000">
            <a:off x="1016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1460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1905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8" name="Shape 6"/>
          <p:cNvSpPr/>
          <p:nvPr/>
        </p:nvSpPr>
        <p:spPr>
          <a:xfrm rot="5400000">
            <a:off x="2349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2794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10" name="Shape 8"/>
          <p:cNvSpPr/>
          <p:nvPr/>
        </p:nvSpPr>
        <p:spPr>
          <a:xfrm rot="5400000">
            <a:off x="3238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3302000"/>
            <a:ext cx="5334000" cy="8890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6000" y="3302000"/>
            <a:ext cx="5334000" cy="10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B4FCF"/>
          </a:solidFill>
          <a:ln/>
        </p:spPr>
      </p:sp>
      <p:sp>
        <p:nvSpPr>
          <p:cNvPr id="13" name="Shape 11"/>
          <p:cNvSpPr/>
          <p:nvPr/>
        </p:nvSpPr>
        <p:spPr>
          <a:xfrm>
            <a:off x="3048000" y="3937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444500" y="0"/>
                </a:moveTo>
                <a:lnTo>
                  <a:pt x="444500" y="127000"/>
                </a:lnTo>
                <a:cubicBezTo>
                  <a:pt x="444500" y="144463"/>
                  <a:pt x="458787" y="158750"/>
                  <a:pt x="476250" y="158750"/>
                </a:cubicBezTo>
                <a:lnTo>
                  <a:pt x="539750" y="158750"/>
                </a:lnTo>
                <a:cubicBezTo>
                  <a:pt x="557213" y="158750"/>
                  <a:pt x="571500" y="144463"/>
                  <a:pt x="571500" y="127000"/>
                </a:cubicBezTo>
                <a:lnTo>
                  <a:pt x="571500" y="0"/>
                </a:lnTo>
                <a:lnTo>
                  <a:pt x="635000" y="0"/>
                </a:lnTo>
                <a:cubicBezTo>
                  <a:pt x="705048" y="0"/>
                  <a:pt x="762000" y="56952"/>
                  <a:pt x="762000" y="127000"/>
                </a:cubicBezTo>
                <a:lnTo>
                  <a:pt x="762000" y="381000"/>
                </a:lnTo>
                <a:cubicBezTo>
                  <a:pt x="762000" y="391914"/>
                  <a:pt x="760611" y="402630"/>
                  <a:pt x="758031" y="412750"/>
                </a:cubicBezTo>
                <a:lnTo>
                  <a:pt x="257969" y="412750"/>
                </a:lnTo>
                <a:cubicBezTo>
                  <a:pt x="255389" y="402630"/>
                  <a:pt x="254000" y="391914"/>
                  <a:pt x="254000" y="381000"/>
                </a:cubicBezTo>
                <a:lnTo>
                  <a:pt x="254000" y="127000"/>
                </a:lnTo>
                <a:cubicBezTo>
                  <a:pt x="254000" y="56952"/>
                  <a:pt x="310952" y="0"/>
                  <a:pt x="381000" y="0"/>
                </a:cubicBezTo>
                <a:lnTo>
                  <a:pt x="444500" y="0"/>
                </a:lnTo>
                <a:close/>
                <a:moveTo>
                  <a:pt x="635000" y="1016000"/>
                </a:moveTo>
                <a:cubicBezTo>
                  <a:pt x="612775" y="1016000"/>
                  <a:pt x="591741" y="1010245"/>
                  <a:pt x="573484" y="1000125"/>
                </a:cubicBezTo>
                <a:cubicBezTo>
                  <a:pt x="592336" y="967383"/>
                  <a:pt x="603250" y="929481"/>
                  <a:pt x="603250" y="889000"/>
                </a:cubicBezTo>
                <a:lnTo>
                  <a:pt x="603250" y="635000"/>
                </a:lnTo>
                <a:cubicBezTo>
                  <a:pt x="603250" y="594519"/>
                  <a:pt x="592336" y="556617"/>
                  <a:pt x="573484" y="523875"/>
                </a:cubicBezTo>
                <a:cubicBezTo>
                  <a:pt x="591741" y="513755"/>
                  <a:pt x="612577" y="508000"/>
                  <a:pt x="635000" y="508000"/>
                </a:cubicBezTo>
                <a:lnTo>
                  <a:pt x="698500" y="508000"/>
                </a:lnTo>
                <a:lnTo>
                  <a:pt x="698500" y="635000"/>
                </a:lnTo>
                <a:cubicBezTo>
                  <a:pt x="698500" y="652463"/>
                  <a:pt x="712788" y="666750"/>
                  <a:pt x="730250" y="666750"/>
                </a:cubicBezTo>
                <a:lnTo>
                  <a:pt x="793750" y="666750"/>
                </a:lnTo>
                <a:cubicBezTo>
                  <a:pt x="811213" y="666750"/>
                  <a:pt x="825500" y="652463"/>
                  <a:pt x="825500" y="635000"/>
                </a:cubicBezTo>
                <a:lnTo>
                  <a:pt x="825500" y="508000"/>
                </a:lnTo>
                <a:lnTo>
                  <a:pt x="889000" y="508000"/>
                </a:lnTo>
                <a:cubicBezTo>
                  <a:pt x="959048" y="508000"/>
                  <a:pt x="1016000" y="564952"/>
                  <a:pt x="1016000" y="635000"/>
                </a:cubicBezTo>
                <a:lnTo>
                  <a:pt x="1016000" y="889000"/>
                </a:lnTo>
                <a:cubicBezTo>
                  <a:pt x="1016000" y="959048"/>
                  <a:pt x="959048" y="1016000"/>
                  <a:pt x="889000" y="1016000"/>
                </a:cubicBezTo>
                <a:lnTo>
                  <a:pt x="635000" y="1016000"/>
                </a:lnTo>
                <a:close/>
                <a:moveTo>
                  <a:pt x="0" y="635000"/>
                </a:moveTo>
                <a:cubicBezTo>
                  <a:pt x="0" y="564952"/>
                  <a:pt x="56952" y="508000"/>
                  <a:pt x="127000" y="508000"/>
                </a:cubicBezTo>
                <a:lnTo>
                  <a:pt x="190500" y="508000"/>
                </a:lnTo>
                <a:lnTo>
                  <a:pt x="190500" y="635000"/>
                </a:lnTo>
                <a:cubicBezTo>
                  <a:pt x="190500" y="652463"/>
                  <a:pt x="204788" y="666750"/>
                  <a:pt x="222250" y="666750"/>
                </a:cubicBezTo>
                <a:lnTo>
                  <a:pt x="285750" y="666750"/>
                </a:lnTo>
                <a:cubicBezTo>
                  <a:pt x="303213" y="666750"/>
                  <a:pt x="317500" y="652463"/>
                  <a:pt x="317500" y="635000"/>
                </a:cubicBezTo>
                <a:lnTo>
                  <a:pt x="317500" y="508000"/>
                </a:lnTo>
                <a:lnTo>
                  <a:pt x="381000" y="508000"/>
                </a:lnTo>
                <a:cubicBezTo>
                  <a:pt x="451048" y="508000"/>
                  <a:pt x="508000" y="564952"/>
                  <a:pt x="508000" y="635000"/>
                </a:cubicBezTo>
                <a:lnTo>
                  <a:pt x="508000" y="889000"/>
                </a:lnTo>
                <a:cubicBezTo>
                  <a:pt x="508000" y="959048"/>
                  <a:pt x="451048" y="1016000"/>
                  <a:pt x="381000" y="1016000"/>
                </a:cubicBezTo>
                <a:lnTo>
                  <a:pt x="127000" y="1016000"/>
                </a:lnTo>
                <a:cubicBezTo>
                  <a:pt x="56952" y="1016000"/>
                  <a:pt x="0" y="959048"/>
                  <a:pt x="0" y="889000"/>
                </a:cubicBezTo>
                <a:lnTo>
                  <a:pt x="0" y="635000"/>
                </a:lnTo>
                <a:close/>
              </a:path>
            </a:pathLst>
          </a:custGeom>
          <a:solidFill>
            <a:srgbClr val="5B4FCF"/>
          </a:solidFill>
          <a:ln/>
        </p:spPr>
      </p:sp>
      <p:sp>
        <p:nvSpPr>
          <p:cNvPr id="14" name="Text 12"/>
          <p:cNvSpPr/>
          <p:nvPr/>
        </p:nvSpPr>
        <p:spPr>
          <a:xfrm>
            <a:off x="1397000" y="5334000"/>
            <a:ext cx="457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Toy Clutter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2667000" y="6096000"/>
            <a:ext cx="2032000" cy="0"/>
          </a:xfrm>
          <a:prstGeom prst="straightConnector1">
            <a:avLst/>
          </a:prstGeom>
          <a:noFill/>
          <a:ln w="50800">
            <a:solidFill>
              <a:srgbClr val="8B7FE8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1397000" y="6477000"/>
            <a:ext cx="457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Children outgrow toys quickly, leading to piles of unused toys that take up space and create clutter in homes.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731000" y="3302000"/>
            <a:ext cx="5334000" cy="8890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18" name="Shape 16"/>
          <p:cNvSpPr/>
          <p:nvPr/>
        </p:nvSpPr>
        <p:spPr>
          <a:xfrm>
            <a:off x="6731000" y="3302000"/>
            <a:ext cx="5334000" cy="10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8C42"/>
          </a:solidFill>
          <a:ln/>
        </p:spPr>
      </p:sp>
      <p:sp>
        <p:nvSpPr>
          <p:cNvPr id="19" name="Shape 17"/>
          <p:cNvSpPr/>
          <p:nvPr/>
        </p:nvSpPr>
        <p:spPr>
          <a:xfrm>
            <a:off x="8763000" y="3937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832644"/>
                </a:moveTo>
                <a:lnTo>
                  <a:pt x="0" y="217289"/>
                </a:lnTo>
                <a:cubicBezTo>
                  <a:pt x="0" y="171252"/>
                  <a:pt x="47823" y="140692"/>
                  <a:pt x="91877" y="153789"/>
                </a:cubicBezTo>
                <a:cubicBezTo>
                  <a:pt x="265906" y="205780"/>
                  <a:pt x="388938" y="164703"/>
                  <a:pt x="512762" y="123428"/>
                </a:cubicBezTo>
                <a:cubicBezTo>
                  <a:pt x="640755" y="80764"/>
                  <a:pt x="769541" y="37902"/>
                  <a:pt x="955873" y="97433"/>
                </a:cubicBezTo>
                <a:cubicBezTo>
                  <a:pt x="992584" y="109141"/>
                  <a:pt x="1016000" y="144661"/>
                  <a:pt x="1016000" y="183356"/>
                </a:cubicBezTo>
                <a:lnTo>
                  <a:pt x="1016000" y="798711"/>
                </a:lnTo>
                <a:cubicBezTo>
                  <a:pt x="1016000" y="844748"/>
                  <a:pt x="968177" y="875308"/>
                  <a:pt x="924322" y="862211"/>
                </a:cubicBezTo>
                <a:cubicBezTo>
                  <a:pt x="750292" y="810220"/>
                  <a:pt x="627063" y="851297"/>
                  <a:pt x="503436" y="892572"/>
                </a:cubicBezTo>
                <a:cubicBezTo>
                  <a:pt x="375444" y="935236"/>
                  <a:pt x="246658" y="978098"/>
                  <a:pt x="60325" y="918567"/>
                </a:cubicBezTo>
                <a:cubicBezTo>
                  <a:pt x="23614" y="906859"/>
                  <a:pt x="198" y="871339"/>
                  <a:pt x="198" y="832644"/>
                </a:cubicBezTo>
                <a:close/>
                <a:moveTo>
                  <a:pt x="666750" y="508000"/>
                </a:moveTo>
                <a:cubicBezTo>
                  <a:pt x="666750" y="402828"/>
                  <a:pt x="595709" y="317500"/>
                  <a:pt x="508000" y="317500"/>
                </a:cubicBezTo>
                <a:cubicBezTo>
                  <a:pt x="420291" y="317500"/>
                  <a:pt x="349250" y="402828"/>
                  <a:pt x="349250" y="508000"/>
                </a:cubicBezTo>
                <a:cubicBezTo>
                  <a:pt x="349250" y="613172"/>
                  <a:pt x="420291" y="698500"/>
                  <a:pt x="508000" y="698500"/>
                </a:cubicBezTo>
                <a:cubicBezTo>
                  <a:pt x="595709" y="698500"/>
                  <a:pt x="666750" y="613172"/>
                  <a:pt x="666750" y="508000"/>
                </a:cubicBezTo>
                <a:close/>
                <a:moveTo>
                  <a:pt x="238125" y="820738"/>
                </a:moveTo>
                <a:cubicBezTo>
                  <a:pt x="246856" y="820738"/>
                  <a:pt x="253802" y="813197"/>
                  <a:pt x="252412" y="804664"/>
                </a:cubicBezTo>
                <a:cubicBezTo>
                  <a:pt x="243284" y="749498"/>
                  <a:pt x="198834" y="706438"/>
                  <a:pt x="142875" y="699492"/>
                </a:cubicBezTo>
                <a:cubicBezTo>
                  <a:pt x="134144" y="698500"/>
                  <a:pt x="127000" y="705644"/>
                  <a:pt x="127000" y="714375"/>
                </a:cubicBezTo>
                <a:lnTo>
                  <a:pt x="127000" y="793552"/>
                </a:lnTo>
                <a:cubicBezTo>
                  <a:pt x="127000" y="800695"/>
                  <a:pt x="131763" y="807045"/>
                  <a:pt x="138906" y="808831"/>
                </a:cubicBezTo>
                <a:cubicBezTo>
                  <a:pt x="174427" y="817166"/>
                  <a:pt x="206970" y="820936"/>
                  <a:pt x="238125" y="820936"/>
                </a:cubicBezTo>
                <a:close/>
                <a:moveTo>
                  <a:pt x="870148" y="719336"/>
                </a:moveTo>
                <a:cubicBezTo>
                  <a:pt x="880070" y="720923"/>
                  <a:pt x="889000" y="713383"/>
                  <a:pt x="889000" y="703461"/>
                </a:cubicBezTo>
                <a:lnTo>
                  <a:pt x="889000" y="618927"/>
                </a:lnTo>
                <a:cubicBezTo>
                  <a:pt x="889000" y="610195"/>
                  <a:pt x="881856" y="602853"/>
                  <a:pt x="873125" y="604044"/>
                </a:cubicBezTo>
                <a:cubicBezTo>
                  <a:pt x="823119" y="610195"/>
                  <a:pt x="782042" y="645517"/>
                  <a:pt x="767556" y="692547"/>
                </a:cubicBezTo>
                <a:cubicBezTo>
                  <a:pt x="764778" y="701873"/>
                  <a:pt x="772120" y="710605"/>
                  <a:pt x="781844" y="710803"/>
                </a:cubicBezTo>
                <a:cubicBezTo>
                  <a:pt x="810022" y="711597"/>
                  <a:pt x="839391" y="714177"/>
                  <a:pt x="869950" y="719336"/>
                </a:cubicBezTo>
                <a:close/>
                <a:moveTo>
                  <a:pt x="889000" y="301625"/>
                </a:moveTo>
                <a:lnTo>
                  <a:pt x="889000" y="222448"/>
                </a:lnTo>
                <a:cubicBezTo>
                  <a:pt x="889000" y="215305"/>
                  <a:pt x="884039" y="208955"/>
                  <a:pt x="877094" y="207169"/>
                </a:cubicBezTo>
                <a:cubicBezTo>
                  <a:pt x="841573" y="198834"/>
                  <a:pt x="809030" y="195064"/>
                  <a:pt x="777875" y="195064"/>
                </a:cubicBezTo>
                <a:cubicBezTo>
                  <a:pt x="769144" y="195064"/>
                  <a:pt x="762198" y="202605"/>
                  <a:pt x="763588" y="211138"/>
                </a:cubicBezTo>
                <a:cubicBezTo>
                  <a:pt x="772716" y="266303"/>
                  <a:pt x="817166" y="309364"/>
                  <a:pt x="873125" y="316309"/>
                </a:cubicBezTo>
                <a:cubicBezTo>
                  <a:pt x="881856" y="317302"/>
                  <a:pt x="889000" y="310158"/>
                  <a:pt x="889000" y="301427"/>
                </a:cubicBezTo>
                <a:close/>
                <a:moveTo>
                  <a:pt x="248444" y="323255"/>
                </a:moveTo>
                <a:cubicBezTo>
                  <a:pt x="251222" y="313928"/>
                  <a:pt x="243880" y="305197"/>
                  <a:pt x="234156" y="304998"/>
                </a:cubicBezTo>
                <a:cubicBezTo>
                  <a:pt x="205978" y="304205"/>
                  <a:pt x="176609" y="301625"/>
                  <a:pt x="146050" y="296466"/>
                </a:cubicBezTo>
                <a:cubicBezTo>
                  <a:pt x="136128" y="294878"/>
                  <a:pt x="127198" y="302419"/>
                  <a:pt x="127198" y="312341"/>
                </a:cubicBezTo>
                <a:lnTo>
                  <a:pt x="127000" y="396875"/>
                </a:lnTo>
                <a:cubicBezTo>
                  <a:pt x="127000" y="405606"/>
                  <a:pt x="134144" y="412948"/>
                  <a:pt x="142875" y="411758"/>
                </a:cubicBezTo>
                <a:cubicBezTo>
                  <a:pt x="192881" y="405606"/>
                  <a:pt x="233958" y="370284"/>
                  <a:pt x="248444" y="323255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20" name="Text 18"/>
          <p:cNvSpPr/>
          <p:nvPr/>
        </p:nvSpPr>
        <p:spPr>
          <a:xfrm>
            <a:off x="7112000" y="5334000"/>
            <a:ext cx="457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Excessive Spending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8382000" y="6096000"/>
            <a:ext cx="2032000" cy="0"/>
          </a:xfrm>
          <a:prstGeom prst="straightConnector1">
            <a:avLst/>
          </a:prstGeom>
          <a:noFill/>
          <a:ln w="50800">
            <a:solidFill>
              <a:srgbClr val="FF8C42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7112000" y="6477000"/>
            <a:ext cx="457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Parents spend excessively on new toys that children quickly lose interest in, straining family budgets.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2446000" y="3302000"/>
            <a:ext cx="5334000" cy="8890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24" name="Shape 22"/>
          <p:cNvSpPr/>
          <p:nvPr/>
        </p:nvSpPr>
        <p:spPr>
          <a:xfrm>
            <a:off x="12446000" y="3302000"/>
            <a:ext cx="5334000" cy="10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B4FCF"/>
          </a:solidFill>
          <a:ln/>
        </p:spPr>
      </p:sp>
      <p:sp>
        <p:nvSpPr>
          <p:cNvPr id="25" name="Shape 23"/>
          <p:cNvSpPr/>
          <p:nvPr/>
        </p:nvSpPr>
        <p:spPr>
          <a:xfrm>
            <a:off x="14478000" y="3937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63500" y="127000"/>
                </a:moveTo>
                <a:cubicBezTo>
                  <a:pt x="63500" y="56907"/>
                  <a:pt x="120407" y="0"/>
                  <a:pt x="190500" y="0"/>
                </a:cubicBezTo>
                <a:cubicBezTo>
                  <a:pt x="260593" y="0"/>
                  <a:pt x="317500" y="56907"/>
                  <a:pt x="317500" y="127000"/>
                </a:cubicBezTo>
                <a:cubicBezTo>
                  <a:pt x="317500" y="197093"/>
                  <a:pt x="260593" y="254000"/>
                  <a:pt x="190500" y="254000"/>
                </a:cubicBezTo>
                <a:cubicBezTo>
                  <a:pt x="120407" y="254000"/>
                  <a:pt x="63500" y="197093"/>
                  <a:pt x="63500" y="127000"/>
                </a:cubicBezTo>
                <a:close/>
                <a:moveTo>
                  <a:pt x="0" y="444500"/>
                </a:moveTo>
                <a:cubicBezTo>
                  <a:pt x="0" y="374452"/>
                  <a:pt x="56952" y="317500"/>
                  <a:pt x="127000" y="317500"/>
                </a:cubicBezTo>
                <a:lnTo>
                  <a:pt x="254000" y="317500"/>
                </a:lnTo>
                <a:cubicBezTo>
                  <a:pt x="260350" y="317500"/>
                  <a:pt x="266700" y="317897"/>
                  <a:pt x="272852" y="318889"/>
                </a:cubicBezTo>
                <a:lnTo>
                  <a:pt x="184745" y="406995"/>
                </a:lnTo>
                <a:cubicBezTo>
                  <a:pt x="128984" y="462756"/>
                  <a:pt x="128984" y="553244"/>
                  <a:pt x="184745" y="609005"/>
                </a:cubicBezTo>
                <a:lnTo>
                  <a:pt x="295870" y="720130"/>
                </a:lnTo>
                <a:cubicBezTo>
                  <a:pt x="302617" y="726877"/>
                  <a:pt x="309761" y="732830"/>
                  <a:pt x="317500" y="737989"/>
                </a:cubicBezTo>
                <a:lnTo>
                  <a:pt x="317500" y="920750"/>
                </a:lnTo>
                <a:cubicBezTo>
                  <a:pt x="317500" y="973336"/>
                  <a:pt x="274836" y="1016000"/>
                  <a:pt x="222250" y="1016000"/>
                </a:cubicBezTo>
                <a:lnTo>
                  <a:pt x="158750" y="1016000"/>
                </a:lnTo>
                <a:cubicBezTo>
                  <a:pt x="106164" y="1016000"/>
                  <a:pt x="63500" y="973336"/>
                  <a:pt x="63500" y="920750"/>
                </a:cubicBezTo>
                <a:lnTo>
                  <a:pt x="63500" y="681434"/>
                </a:lnTo>
                <a:cubicBezTo>
                  <a:pt x="25598" y="659606"/>
                  <a:pt x="0" y="618530"/>
                  <a:pt x="0" y="571500"/>
                </a:cubicBezTo>
                <a:lnTo>
                  <a:pt x="0" y="444500"/>
                </a:lnTo>
                <a:close/>
                <a:moveTo>
                  <a:pt x="698500" y="127000"/>
                </a:moveTo>
                <a:cubicBezTo>
                  <a:pt x="698500" y="56907"/>
                  <a:pt x="755407" y="0"/>
                  <a:pt x="825500" y="0"/>
                </a:cubicBezTo>
                <a:cubicBezTo>
                  <a:pt x="895593" y="0"/>
                  <a:pt x="952500" y="56907"/>
                  <a:pt x="952500" y="127000"/>
                </a:cubicBezTo>
                <a:cubicBezTo>
                  <a:pt x="952500" y="197093"/>
                  <a:pt x="895593" y="254000"/>
                  <a:pt x="825500" y="254000"/>
                </a:cubicBezTo>
                <a:cubicBezTo>
                  <a:pt x="755407" y="254000"/>
                  <a:pt x="698500" y="197093"/>
                  <a:pt x="698500" y="127000"/>
                </a:cubicBezTo>
                <a:close/>
                <a:moveTo>
                  <a:pt x="831255" y="406995"/>
                </a:moveTo>
                <a:lnTo>
                  <a:pt x="743148" y="318889"/>
                </a:lnTo>
                <a:cubicBezTo>
                  <a:pt x="749300" y="317897"/>
                  <a:pt x="755650" y="317500"/>
                  <a:pt x="762000" y="317500"/>
                </a:cubicBezTo>
                <a:lnTo>
                  <a:pt x="889000" y="317500"/>
                </a:lnTo>
                <a:cubicBezTo>
                  <a:pt x="959048" y="317500"/>
                  <a:pt x="1016000" y="374452"/>
                  <a:pt x="1016000" y="444500"/>
                </a:cubicBezTo>
                <a:lnTo>
                  <a:pt x="1016000" y="571500"/>
                </a:lnTo>
                <a:cubicBezTo>
                  <a:pt x="1016000" y="618530"/>
                  <a:pt x="990402" y="659606"/>
                  <a:pt x="952500" y="681434"/>
                </a:cubicBezTo>
                <a:lnTo>
                  <a:pt x="952500" y="920750"/>
                </a:lnTo>
                <a:cubicBezTo>
                  <a:pt x="952500" y="973336"/>
                  <a:pt x="909836" y="1016000"/>
                  <a:pt x="857250" y="1016000"/>
                </a:cubicBezTo>
                <a:lnTo>
                  <a:pt x="793750" y="1016000"/>
                </a:lnTo>
                <a:cubicBezTo>
                  <a:pt x="741164" y="1016000"/>
                  <a:pt x="698500" y="973336"/>
                  <a:pt x="698500" y="920750"/>
                </a:cubicBezTo>
                <a:lnTo>
                  <a:pt x="698500" y="737989"/>
                </a:lnTo>
                <a:cubicBezTo>
                  <a:pt x="706239" y="732830"/>
                  <a:pt x="713383" y="726877"/>
                  <a:pt x="720130" y="720130"/>
                </a:cubicBezTo>
                <a:lnTo>
                  <a:pt x="831255" y="609005"/>
                </a:lnTo>
                <a:cubicBezTo>
                  <a:pt x="887016" y="553244"/>
                  <a:pt x="887016" y="462756"/>
                  <a:pt x="831255" y="406995"/>
                </a:cubicBezTo>
                <a:close/>
                <a:moveTo>
                  <a:pt x="600869" y="352822"/>
                </a:moveTo>
                <a:cubicBezTo>
                  <a:pt x="618728" y="345480"/>
                  <a:pt x="639167" y="349448"/>
                  <a:pt x="652859" y="363141"/>
                </a:cubicBezTo>
                <a:lnTo>
                  <a:pt x="763984" y="474266"/>
                </a:lnTo>
                <a:cubicBezTo>
                  <a:pt x="782638" y="492919"/>
                  <a:pt x="782638" y="523081"/>
                  <a:pt x="763984" y="541536"/>
                </a:cubicBezTo>
                <a:lnTo>
                  <a:pt x="652859" y="652661"/>
                </a:lnTo>
                <a:cubicBezTo>
                  <a:pt x="639167" y="666353"/>
                  <a:pt x="618728" y="670322"/>
                  <a:pt x="600869" y="662980"/>
                </a:cubicBezTo>
                <a:cubicBezTo>
                  <a:pt x="583009" y="655638"/>
                  <a:pt x="571500" y="638373"/>
                  <a:pt x="571500" y="619125"/>
                </a:cubicBezTo>
                <a:lnTo>
                  <a:pt x="571500" y="571500"/>
                </a:lnTo>
                <a:lnTo>
                  <a:pt x="444500" y="571500"/>
                </a:lnTo>
                <a:lnTo>
                  <a:pt x="444500" y="619125"/>
                </a:lnTo>
                <a:cubicBezTo>
                  <a:pt x="444500" y="638373"/>
                  <a:pt x="432991" y="655836"/>
                  <a:pt x="415131" y="663178"/>
                </a:cubicBezTo>
                <a:cubicBezTo>
                  <a:pt x="397272" y="670520"/>
                  <a:pt x="376833" y="666552"/>
                  <a:pt x="363141" y="652859"/>
                </a:cubicBezTo>
                <a:lnTo>
                  <a:pt x="252016" y="541734"/>
                </a:lnTo>
                <a:cubicBezTo>
                  <a:pt x="233362" y="523081"/>
                  <a:pt x="233362" y="492919"/>
                  <a:pt x="252016" y="474464"/>
                </a:cubicBezTo>
                <a:lnTo>
                  <a:pt x="363141" y="363339"/>
                </a:lnTo>
                <a:cubicBezTo>
                  <a:pt x="376833" y="349647"/>
                  <a:pt x="397272" y="345678"/>
                  <a:pt x="415131" y="353020"/>
                </a:cubicBezTo>
                <a:cubicBezTo>
                  <a:pt x="432991" y="360363"/>
                  <a:pt x="444500" y="377627"/>
                  <a:pt x="444500" y="396875"/>
                </a:cubicBezTo>
                <a:lnTo>
                  <a:pt x="444500" y="444500"/>
                </a:lnTo>
                <a:lnTo>
                  <a:pt x="571500" y="444500"/>
                </a:lnTo>
                <a:lnTo>
                  <a:pt x="571500" y="396875"/>
                </a:lnTo>
                <a:cubicBezTo>
                  <a:pt x="571500" y="377627"/>
                  <a:pt x="583009" y="360164"/>
                  <a:pt x="600869" y="352822"/>
                </a:cubicBezTo>
                <a:close/>
              </a:path>
            </a:pathLst>
          </a:custGeom>
          <a:solidFill>
            <a:srgbClr val="5B4FCF"/>
          </a:solidFill>
          <a:ln/>
        </p:spPr>
      </p:sp>
      <p:sp>
        <p:nvSpPr>
          <p:cNvPr id="26" name="Text 24"/>
          <p:cNvSpPr/>
          <p:nvPr/>
        </p:nvSpPr>
        <p:spPr>
          <a:xfrm>
            <a:off x="12827000" y="5334000"/>
            <a:ext cx="457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Sharing Mechanism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14097000" y="6096000"/>
            <a:ext cx="2032000" cy="0"/>
          </a:xfrm>
          <a:prstGeom prst="straightConnector1">
            <a:avLst/>
          </a:prstGeom>
          <a:noFill/>
          <a:ln w="50800">
            <a:solidFill>
              <a:srgbClr val="8B7FE8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12827000" y="6477000"/>
            <a:ext cx="457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Communities lack easy and trusted mechanisms for families to share toys with each other.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8161000" y="3302000"/>
            <a:ext cx="5334000" cy="8890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61000" y="3302000"/>
            <a:ext cx="5334000" cy="10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B7FE8"/>
          </a:solidFill>
          <a:ln/>
        </p:spPr>
      </p:sp>
      <p:sp>
        <p:nvSpPr>
          <p:cNvPr id="31" name="Shape 29"/>
          <p:cNvSpPr/>
          <p:nvPr/>
        </p:nvSpPr>
        <p:spPr>
          <a:xfrm>
            <a:off x="20193000" y="3937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302220" y="119063"/>
                </a:moveTo>
                <a:cubicBezTo>
                  <a:pt x="393898" y="-39687"/>
                  <a:pt x="623094" y="-39687"/>
                  <a:pt x="714772" y="119063"/>
                </a:cubicBezTo>
                <a:lnTo>
                  <a:pt x="788789" y="247253"/>
                </a:lnTo>
                <a:lnTo>
                  <a:pt x="843756" y="215503"/>
                </a:lnTo>
                <a:cubicBezTo>
                  <a:pt x="860425" y="205780"/>
                  <a:pt x="881261" y="207169"/>
                  <a:pt x="896541" y="218877"/>
                </a:cubicBezTo>
                <a:cubicBezTo>
                  <a:pt x="911820" y="230584"/>
                  <a:pt x="918567" y="250428"/>
                  <a:pt x="913606" y="269081"/>
                </a:cubicBezTo>
                <a:lnTo>
                  <a:pt x="866973" y="442516"/>
                </a:lnTo>
                <a:cubicBezTo>
                  <a:pt x="860227" y="467916"/>
                  <a:pt x="834033" y="482997"/>
                  <a:pt x="808633" y="476250"/>
                </a:cubicBezTo>
                <a:lnTo>
                  <a:pt x="635198" y="429816"/>
                </a:lnTo>
                <a:cubicBezTo>
                  <a:pt x="616545" y="424855"/>
                  <a:pt x="602853" y="409178"/>
                  <a:pt x="600273" y="390128"/>
                </a:cubicBezTo>
                <a:cubicBezTo>
                  <a:pt x="597694" y="371078"/>
                  <a:pt x="607020" y="352227"/>
                  <a:pt x="623689" y="342702"/>
                </a:cubicBezTo>
                <a:lnTo>
                  <a:pt x="678656" y="310952"/>
                </a:lnTo>
                <a:lnTo>
                  <a:pt x="604639" y="182761"/>
                </a:lnTo>
                <a:cubicBezTo>
                  <a:pt x="561777" y="108744"/>
                  <a:pt x="455017" y="108744"/>
                  <a:pt x="412155" y="182761"/>
                </a:cubicBezTo>
                <a:lnTo>
                  <a:pt x="401637" y="200819"/>
                </a:lnTo>
                <a:cubicBezTo>
                  <a:pt x="384175" y="231180"/>
                  <a:pt x="345281" y="241498"/>
                  <a:pt x="314920" y="224036"/>
                </a:cubicBezTo>
                <a:cubicBezTo>
                  <a:pt x="284559" y="206573"/>
                  <a:pt x="274241" y="167680"/>
                  <a:pt x="291703" y="137120"/>
                </a:cubicBezTo>
                <a:lnTo>
                  <a:pt x="302220" y="119062"/>
                </a:lnTo>
                <a:close/>
                <a:moveTo>
                  <a:pt x="892373" y="553839"/>
                </a:moveTo>
                <a:cubicBezTo>
                  <a:pt x="922734" y="536377"/>
                  <a:pt x="961628" y="546695"/>
                  <a:pt x="979091" y="577056"/>
                </a:cubicBezTo>
                <a:lnTo>
                  <a:pt x="989608" y="595114"/>
                </a:lnTo>
                <a:cubicBezTo>
                  <a:pt x="1081286" y="753864"/>
                  <a:pt x="966788" y="952302"/>
                  <a:pt x="783431" y="952302"/>
                </a:cubicBezTo>
                <a:lnTo>
                  <a:pt x="635397" y="952302"/>
                </a:lnTo>
                <a:lnTo>
                  <a:pt x="635397" y="1015802"/>
                </a:lnTo>
                <a:cubicBezTo>
                  <a:pt x="635397" y="1035050"/>
                  <a:pt x="623887" y="1052513"/>
                  <a:pt x="606028" y="1059855"/>
                </a:cubicBezTo>
                <a:cubicBezTo>
                  <a:pt x="588169" y="1067197"/>
                  <a:pt x="567730" y="1063228"/>
                  <a:pt x="554037" y="1049536"/>
                </a:cubicBezTo>
                <a:lnTo>
                  <a:pt x="427037" y="922536"/>
                </a:lnTo>
                <a:cubicBezTo>
                  <a:pt x="408384" y="903883"/>
                  <a:pt x="408384" y="873720"/>
                  <a:pt x="427037" y="855266"/>
                </a:cubicBezTo>
                <a:lnTo>
                  <a:pt x="554037" y="728266"/>
                </a:lnTo>
                <a:cubicBezTo>
                  <a:pt x="567730" y="714573"/>
                  <a:pt x="588169" y="710605"/>
                  <a:pt x="606028" y="717947"/>
                </a:cubicBezTo>
                <a:cubicBezTo>
                  <a:pt x="623887" y="725289"/>
                  <a:pt x="635397" y="742752"/>
                  <a:pt x="635397" y="762000"/>
                </a:cubicBezTo>
                <a:lnTo>
                  <a:pt x="635397" y="825500"/>
                </a:lnTo>
                <a:lnTo>
                  <a:pt x="783431" y="825500"/>
                </a:lnTo>
                <a:cubicBezTo>
                  <a:pt x="868958" y="825500"/>
                  <a:pt x="922536" y="732830"/>
                  <a:pt x="879673" y="658813"/>
                </a:cubicBezTo>
                <a:lnTo>
                  <a:pt x="869156" y="640755"/>
                </a:lnTo>
                <a:cubicBezTo>
                  <a:pt x="851694" y="610394"/>
                  <a:pt x="862012" y="571500"/>
                  <a:pt x="892373" y="554038"/>
                </a:cubicBezTo>
                <a:close/>
                <a:moveTo>
                  <a:pt x="101203" y="467122"/>
                </a:moveTo>
                <a:lnTo>
                  <a:pt x="46236" y="435372"/>
                </a:lnTo>
                <a:cubicBezTo>
                  <a:pt x="29567" y="425648"/>
                  <a:pt x="20241" y="406995"/>
                  <a:pt x="22820" y="387945"/>
                </a:cubicBezTo>
                <a:cubicBezTo>
                  <a:pt x="25400" y="368895"/>
                  <a:pt x="39092" y="353219"/>
                  <a:pt x="57745" y="348258"/>
                </a:cubicBezTo>
                <a:lnTo>
                  <a:pt x="231180" y="301625"/>
                </a:lnTo>
                <a:cubicBezTo>
                  <a:pt x="256580" y="294878"/>
                  <a:pt x="282773" y="309959"/>
                  <a:pt x="289520" y="335359"/>
                </a:cubicBezTo>
                <a:lnTo>
                  <a:pt x="335955" y="508794"/>
                </a:lnTo>
                <a:cubicBezTo>
                  <a:pt x="340916" y="527447"/>
                  <a:pt x="334169" y="547092"/>
                  <a:pt x="318889" y="558998"/>
                </a:cubicBezTo>
                <a:cubicBezTo>
                  <a:pt x="303609" y="570905"/>
                  <a:pt x="282773" y="572095"/>
                  <a:pt x="266105" y="562372"/>
                </a:cubicBezTo>
                <a:lnTo>
                  <a:pt x="211138" y="530622"/>
                </a:lnTo>
                <a:lnTo>
                  <a:pt x="137120" y="658813"/>
                </a:lnTo>
                <a:cubicBezTo>
                  <a:pt x="94258" y="732830"/>
                  <a:pt x="147836" y="825500"/>
                  <a:pt x="233363" y="825500"/>
                </a:cubicBezTo>
                <a:lnTo>
                  <a:pt x="254397" y="825500"/>
                </a:lnTo>
                <a:cubicBezTo>
                  <a:pt x="289520" y="825500"/>
                  <a:pt x="317897" y="853877"/>
                  <a:pt x="317897" y="889000"/>
                </a:cubicBezTo>
                <a:cubicBezTo>
                  <a:pt x="317897" y="924123"/>
                  <a:pt x="289520" y="952500"/>
                  <a:pt x="254397" y="952500"/>
                </a:cubicBezTo>
                <a:lnTo>
                  <a:pt x="233363" y="952500"/>
                </a:lnTo>
                <a:cubicBezTo>
                  <a:pt x="50205" y="952500"/>
                  <a:pt x="-64294" y="754063"/>
                  <a:pt x="27384" y="595313"/>
                </a:cubicBezTo>
                <a:lnTo>
                  <a:pt x="101203" y="467122"/>
                </a:lnTo>
                <a:close/>
              </a:path>
            </a:pathLst>
          </a:custGeom>
          <a:solidFill>
            <a:srgbClr val="8B7FE8"/>
          </a:solidFill>
          <a:ln/>
        </p:spPr>
      </p:sp>
      <p:sp>
        <p:nvSpPr>
          <p:cNvPr id="32" name="Text 30"/>
          <p:cNvSpPr/>
          <p:nvPr/>
        </p:nvSpPr>
        <p:spPr>
          <a:xfrm>
            <a:off x="18542000" y="5334000"/>
            <a:ext cx="457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 Waste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19812000" y="6096000"/>
            <a:ext cx="2032000" cy="0"/>
          </a:xfrm>
          <a:prstGeom prst="straightConnector1">
            <a:avLst/>
          </a:prstGeom>
          <a:noFill/>
          <a:ln w="50800">
            <a:solidFill>
              <a:srgbClr val="8B7FE8"/>
            </a:solidFill>
            <a:prstDash val="solid"/>
            <a:headEnd type="none"/>
            <a:tailEnd type="none"/>
          </a:ln>
        </p:spPr>
      </p:sp>
      <p:sp>
        <p:nvSpPr>
          <p:cNvPr id="34" name="Text 32"/>
          <p:cNvSpPr/>
          <p:nvPr/>
        </p:nvSpPr>
        <p:spPr>
          <a:xfrm>
            <a:off x="18542000" y="6477000"/>
            <a:ext cx="457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Unused toys represent a significant waste of resources and money that could benefit other children.</a:t>
            </a:r>
            <a:endParaRPr lang="en-US" sz="2200"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flip="none" rotWithShape="1">
          <a:gsLst>
            <a:gs pos="0">
              <a:srgbClr val="EDE9FE"/>
            </a:gs>
            <a:gs pos="50000">
              <a:srgbClr val="F5F3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Solution Overview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16000" y="15875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ToyShare Solves 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6000" y="2349500"/>
            <a:ext cx="10922000" cy="0"/>
          </a:xfrm>
          <a:prstGeom prst="straightConnector1">
            <a:avLst/>
          </a:prstGeom>
          <a:noFill/>
          <a:ln w="12700">
            <a:solidFill>
              <a:srgbClr val="D4CCF9"/>
            </a:solidFill>
            <a:prstDash val="solid"/>
            <a:headEnd type="none"/>
            <a:tailEnd type="none"/>
          </a:ln>
        </p:spPr>
      </p:sp>
      <p:pic>
        <p:nvPicPr>
          <p:cNvPr id="5" name="Image 0" descr="https://kimi-img.moonshot.cn/pub/slides/okc/updnukvurpame/mnt/agents/output/toyshare/images/4_Children_Sharing_Toys_Together_Stock.png"/>
          <p:cNvPicPr>
            <a:picLocks noChangeAspect="1"/>
          </p:cNvPicPr>
          <p:nvPr/>
        </p:nvPicPr>
        <p:blipFill>
          <a:blip r:embed="rId3"/>
          <a:srcRect l="12304" r="12304"/>
          <a:stretch/>
        </p:blipFill>
        <p:spPr>
          <a:xfrm>
            <a:off x="12700000" y="2794000"/>
            <a:ext cx="10922000" cy="9652000"/>
          </a:xfrm>
          <a:prstGeom prst="roundRect">
            <a:avLst>
              <a:gd name="adj" fmla="val 8000"/>
            </a:avLst>
          </a:prstGeom>
        </p:spPr>
      </p:pic>
      <p:sp>
        <p:nvSpPr>
          <p:cNvPr id="6" name="Shape 3"/>
          <p:cNvSpPr/>
          <p:nvPr/>
        </p:nvSpPr>
        <p:spPr>
          <a:xfrm rot="5400000">
            <a:off x="1016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7" name="Shape 4"/>
          <p:cNvSpPr/>
          <p:nvPr/>
        </p:nvSpPr>
        <p:spPr>
          <a:xfrm rot="5400000">
            <a:off x="1460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8" name="Shape 5"/>
          <p:cNvSpPr/>
          <p:nvPr/>
        </p:nvSpPr>
        <p:spPr>
          <a:xfrm rot="5400000">
            <a:off x="1905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9" name="Shape 6"/>
          <p:cNvSpPr/>
          <p:nvPr/>
        </p:nvSpPr>
        <p:spPr>
          <a:xfrm rot="5400000">
            <a:off x="2349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10" name="Shape 7"/>
          <p:cNvSpPr/>
          <p:nvPr/>
        </p:nvSpPr>
        <p:spPr>
          <a:xfrm rot="5400000">
            <a:off x="2794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11" name="Shape 8"/>
          <p:cNvSpPr/>
          <p:nvPr/>
        </p:nvSpPr>
        <p:spPr>
          <a:xfrm rot="5400000">
            <a:off x="3238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12" name="Shape 9"/>
          <p:cNvSpPr/>
          <p:nvPr/>
        </p:nvSpPr>
        <p:spPr>
          <a:xfrm>
            <a:off x="984250" y="3556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66799" y="84534"/>
                </a:moveTo>
                <a:lnTo>
                  <a:pt x="151110" y="213122"/>
                </a:lnTo>
                <a:cubicBezTo>
                  <a:pt x="146546" y="218182"/>
                  <a:pt x="146745" y="226020"/>
                  <a:pt x="151606" y="230882"/>
                </a:cubicBezTo>
                <a:cubicBezTo>
                  <a:pt x="181868" y="261144"/>
                  <a:pt x="230981" y="261144"/>
                  <a:pt x="261243" y="230882"/>
                </a:cubicBezTo>
                <a:lnTo>
                  <a:pt x="292795" y="199330"/>
                </a:lnTo>
                <a:cubicBezTo>
                  <a:pt x="296962" y="195163"/>
                  <a:pt x="302220" y="192881"/>
                  <a:pt x="307578" y="192484"/>
                </a:cubicBezTo>
                <a:cubicBezTo>
                  <a:pt x="314325" y="191889"/>
                  <a:pt x="321270" y="194171"/>
                  <a:pt x="326430" y="199330"/>
                </a:cubicBezTo>
                <a:lnTo>
                  <a:pt x="501650" y="373063"/>
                </a:lnTo>
                <a:lnTo>
                  <a:pt x="571500" y="317500"/>
                </a:lnTo>
                <a:lnTo>
                  <a:pt x="571500" y="31750"/>
                </a:lnTo>
                <a:lnTo>
                  <a:pt x="460375" y="95250"/>
                </a:lnTo>
                <a:lnTo>
                  <a:pt x="436761" y="79474"/>
                </a:lnTo>
                <a:cubicBezTo>
                  <a:pt x="421084" y="69056"/>
                  <a:pt x="402729" y="63500"/>
                  <a:pt x="383877" y="63500"/>
                </a:cubicBezTo>
                <a:lnTo>
                  <a:pt x="314027" y="63500"/>
                </a:lnTo>
                <a:cubicBezTo>
                  <a:pt x="312936" y="63500"/>
                  <a:pt x="311745" y="63500"/>
                  <a:pt x="310654" y="63599"/>
                </a:cubicBezTo>
                <a:cubicBezTo>
                  <a:pt x="293886" y="64492"/>
                  <a:pt x="278110" y="72033"/>
                  <a:pt x="266799" y="84534"/>
                </a:cubicBezTo>
                <a:close/>
                <a:moveTo>
                  <a:pt x="115689" y="181273"/>
                </a:moveTo>
                <a:lnTo>
                  <a:pt x="221655" y="63500"/>
                </a:lnTo>
                <a:lnTo>
                  <a:pt x="182364" y="63500"/>
                </a:lnTo>
                <a:cubicBezTo>
                  <a:pt x="157063" y="63500"/>
                  <a:pt x="132854" y="73521"/>
                  <a:pt x="114995" y="91380"/>
                </a:cubicBezTo>
                <a:lnTo>
                  <a:pt x="111125" y="95250"/>
                </a:lnTo>
                <a:lnTo>
                  <a:pt x="0" y="31750"/>
                </a:lnTo>
                <a:lnTo>
                  <a:pt x="0" y="317500"/>
                </a:lnTo>
                <a:lnTo>
                  <a:pt x="155178" y="446782"/>
                </a:lnTo>
                <a:cubicBezTo>
                  <a:pt x="177998" y="465832"/>
                  <a:pt x="206772" y="476250"/>
                  <a:pt x="236438" y="476250"/>
                </a:cubicBezTo>
                <a:lnTo>
                  <a:pt x="252016" y="476250"/>
                </a:lnTo>
                <a:lnTo>
                  <a:pt x="245070" y="469305"/>
                </a:lnTo>
                <a:cubicBezTo>
                  <a:pt x="235744" y="459978"/>
                  <a:pt x="235744" y="444897"/>
                  <a:pt x="245070" y="435670"/>
                </a:cubicBezTo>
                <a:cubicBezTo>
                  <a:pt x="254397" y="426442"/>
                  <a:pt x="269478" y="426343"/>
                  <a:pt x="278705" y="435670"/>
                </a:cubicBezTo>
                <a:lnTo>
                  <a:pt x="319385" y="476349"/>
                </a:lnTo>
                <a:lnTo>
                  <a:pt x="328315" y="476349"/>
                </a:lnTo>
                <a:cubicBezTo>
                  <a:pt x="347266" y="476349"/>
                  <a:pt x="365820" y="472083"/>
                  <a:pt x="382687" y="464145"/>
                </a:cubicBezTo>
                <a:lnTo>
                  <a:pt x="356195" y="437555"/>
                </a:lnTo>
                <a:cubicBezTo>
                  <a:pt x="346869" y="428228"/>
                  <a:pt x="346869" y="413147"/>
                  <a:pt x="356195" y="403920"/>
                </a:cubicBezTo>
                <a:cubicBezTo>
                  <a:pt x="365522" y="394692"/>
                  <a:pt x="380603" y="394593"/>
                  <a:pt x="389830" y="403920"/>
                </a:cubicBezTo>
                <a:lnTo>
                  <a:pt x="421580" y="435670"/>
                </a:lnTo>
                <a:lnTo>
                  <a:pt x="438944" y="418306"/>
                </a:lnTo>
                <a:cubicBezTo>
                  <a:pt x="447774" y="409476"/>
                  <a:pt x="450354" y="396677"/>
                  <a:pt x="446484" y="385465"/>
                </a:cubicBezTo>
                <a:lnTo>
                  <a:pt x="309662" y="249734"/>
                </a:lnTo>
                <a:lnTo>
                  <a:pt x="294878" y="264517"/>
                </a:lnTo>
                <a:cubicBezTo>
                  <a:pt x="245963" y="313432"/>
                  <a:pt x="166787" y="313432"/>
                  <a:pt x="117872" y="264517"/>
                </a:cubicBezTo>
                <a:cubicBezTo>
                  <a:pt x="95052" y="241697"/>
                  <a:pt x="94159" y="205085"/>
                  <a:pt x="115689" y="181173"/>
                </a:cubicBezTo>
                <a:close/>
              </a:path>
            </a:pathLst>
          </a:custGeom>
          <a:solidFill>
            <a:srgbClr val="5B4FCF"/>
          </a:solidFill>
          <a:ln/>
        </p:spPr>
      </p:sp>
      <p:sp>
        <p:nvSpPr>
          <p:cNvPr id="13" name="Text 10"/>
          <p:cNvSpPr/>
          <p:nvPr/>
        </p:nvSpPr>
        <p:spPr>
          <a:xfrm>
            <a:off x="1778000" y="3492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Peer-to-Peer Platform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1778000" y="40005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trusted community platform for toy lending and exchange between families.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1016000" y="508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76349" y="190500"/>
                </a:moveTo>
                <a:lnTo>
                  <a:pt x="484187" y="190500"/>
                </a:lnTo>
                <a:cubicBezTo>
                  <a:pt x="497384" y="190500"/>
                  <a:pt x="508000" y="179884"/>
                  <a:pt x="508000" y="166688"/>
                </a:cubicBezTo>
                <a:lnTo>
                  <a:pt x="508000" y="23812"/>
                </a:lnTo>
                <a:cubicBezTo>
                  <a:pt x="508000" y="14188"/>
                  <a:pt x="502245" y="5457"/>
                  <a:pt x="493316" y="1786"/>
                </a:cubicBezTo>
                <a:cubicBezTo>
                  <a:pt x="484386" y="-1885"/>
                  <a:pt x="474166" y="198"/>
                  <a:pt x="467320" y="6945"/>
                </a:cubicBezTo>
                <a:lnTo>
                  <a:pt x="416024" y="58341"/>
                </a:lnTo>
                <a:cubicBezTo>
                  <a:pt x="372070" y="21927"/>
                  <a:pt x="315516" y="0"/>
                  <a:pt x="254000" y="0"/>
                </a:cubicBezTo>
                <a:cubicBezTo>
                  <a:pt x="126008" y="0"/>
                  <a:pt x="20141" y="94655"/>
                  <a:pt x="2580" y="217785"/>
                </a:cubicBezTo>
                <a:cubicBezTo>
                  <a:pt x="99" y="235148"/>
                  <a:pt x="12105" y="251222"/>
                  <a:pt x="29468" y="253702"/>
                </a:cubicBezTo>
                <a:cubicBezTo>
                  <a:pt x="46831" y="256183"/>
                  <a:pt x="62905" y="244078"/>
                  <a:pt x="65385" y="226814"/>
                </a:cubicBezTo>
                <a:cubicBezTo>
                  <a:pt x="78581" y="134441"/>
                  <a:pt x="158055" y="63500"/>
                  <a:pt x="254000" y="63500"/>
                </a:cubicBezTo>
                <a:cubicBezTo>
                  <a:pt x="298053" y="63500"/>
                  <a:pt x="338534" y="78383"/>
                  <a:pt x="370780" y="103485"/>
                </a:cubicBezTo>
                <a:lnTo>
                  <a:pt x="324445" y="149820"/>
                </a:lnTo>
                <a:cubicBezTo>
                  <a:pt x="317599" y="156666"/>
                  <a:pt x="315615" y="166886"/>
                  <a:pt x="319286" y="175816"/>
                </a:cubicBezTo>
                <a:cubicBezTo>
                  <a:pt x="322957" y="184745"/>
                  <a:pt x="331688" y="190500"/>
                  <a:pt x="341313" y="190500"/>
                </a:cubicBezTo>
                <a:lnTo>
                  <a:pt x="476349" y="190500"/>
                </a:lnTo>
                <a:close/>
                <a:moveTo>
                  <a:pt x="505520" y="290215"/>
                </a:moveTo>
                <a:cubicBezTo>
                  <a:pt x="508000" y="272852"/>
                  <a:pt x="495895" y="256778"/>
                  <a:pt x="478631" y="254298"/>
                </a:cubicBezTo>
                <a:cubicBezTo>
                  <a:pt x="461367" y="251817"/>
                  <a:pt x="445195" y="263922"/>
                  <a:pt x="442714" y="281186"/>
                </a:cubicBezTo>
                <a:cubicBezTo>
                  <a:pt x="429518" y="373459"/>
                  <a:pt x="350044" y="444401"/>
                  <a:pt x="254099" y="444401"/>
                </a:cubicBezTo>
                <a:cubicBezTo>
                  <a:pt x="210046" y="444401"/>
                  <a:pt x="169565" y="429518"/>
                  <a:pt x="137319" y="404416"/>
                </a:cubicBezTo>
                <a:lnTo>
                  <a:pt x="183555" y="358180"/>
                </a:lnTo>
                <a:cubicBezTo>
                  <a:pt x="190401" y="351334"/>
                  <a:pt x="192385" y="341114"/>
                  <a:pt x="188714" y="332184"/>
                </a:cubicBezTo>
                <a:cubicBezTo>
                  <a:pt x="185043" y="323255"/>
                  <a:pt x="176312" y="317500"/>
                  <a:pt x="166688" y="317500"/>
                </a:cubicBezTo>
                <a:lnTo>
                  <a:pt x="23812" y="317500"/>
                </a:lnTo>
                <a:cubicBezTo>
                  <a:pt x="10616" y="317500"/>
                  <a:pt x="0" y="328116"/>
                  <a:pt x="0" y="341313"/>
                </a:cubicBezTo>
                <a:lnTo>
                  <a:pt x="0" y="484187"/>
                </a:lnTo>
                <a:cubicBezTo>
                  <a:pt x="0" y="493812"/>
                  <a:pt x="5755" y="502543"/>
                  <a:pt x="14684" y="506214"/>
                </a:cubicBezTo>
                <a:cubicBezTo>
                  <a:pt x="23614" y="509885"/>
                  <a:pt x="33834" y="507802"/>
                  <a:pt x="40680" y="501055"/>
                </a:cubicBezTo>
                <a:lnTo>
                  <a:pt x="92075" y="449659"/>
                </a:lnTo>
                <a:cubicBezTo>
                  <a:pt x="135930" y="486073"/>
                  <a:pt x="192484" y="508000"/>
                  <a:pt x="254000" y="508000"/>
                </a:cubicBezTo>
                <a:cubicBezTo>
                  <a:pt x="381992" y="508000"/>
                  <a:pt x="487859" y="413345"/>
                  <a:pt x="505420" y="290215"/>
                </a:cubicBezTo>
                <a:close/>
              </a:path>
            </a:pathLst>
          </a:custGeom>
          <a:solidFill>
            <a:srgbClr val="5B4FCF"/>
          </a:solidFill>
          <a:ln/>
        </p:spPr>
      </p:sp>
      <p:sp>
        <p:nvSpPr>
          <p:cNvPr id="16" name="Text 13"/>
          <p:cNvSpPr/>
          <p:nvPr/>
        </p:nvSpPr>
        <p:spPr>
          <a:xfrm>
            <a:off x="1778000" y="5016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Borrow, Don't Buy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1778000" y="55245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Borrow toys instead of buying new ones. Save money while giving toys a second life.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1016000" y="660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98673" y="149423"/>
                </a:moveTo>
                <a:lnTo>
                  <a:pt x="403423" y="244673"/>
                </a:lnTo>
                <a:cubicBezTo>
                  <a:pt x="394295" y="253802"/>
                  <a:pt x="380702" y="256480"/>
                  <a:pt x="368796" y="251520"/>
                </a:cubicBezTo>
                <a:cubicBezTo>
                  <a:pt x="356890" y="246559"/>
                  <a:pt x="349250" y="235049"/>
                  <a:pt x="349250" y="222250"/>
                </a:cubicBezTo>
                <a:lnTo>
                  <a:pt x="349250" y="158750"/>
                </a:lnTo>
                <a:lnTo>
                  <a:pt x="31750" y="158750"/>
                </a:lnTo>
                <a:cubicBezTo>
                  <a:pt x="14188" y="158750"/>
                  <a:pt x="0" y="144562"/>
                  <a:pt x="0" y="127000"/>
                </a:cubicBezTo>
                <a:cubicBezTo>
                  <a:pt x="0" y="109438"/>
                  <a:pt x="14188" y="95250"/>
                  <a:pt x="31750" y="95250"/>
                </a:cubicBezTo>
                <a:lnTo>
                  <a:pt x="349250" y="95250"/>
                </a:lnTo>
                <a:lnTo>
                  <a:pt x="349250" y="31750"/>
                </a:lnTo>
                <a:cubicBezTo>
                  <a:pt x="349250" y="18951"/>
                  <a:pt x="356989" y="7342"/>
                  <a:pt x="368895" y="2381"/>
                </a:cubicBezTo>
                <a:cubicBezTo>
                  <a:pt x="380802" y="-2580"/>
                  <a:pt x="394395" y="198"/>
                  <a:pt x="403523" y="9227"/>
                </a:cubicBezTo>
                <a:lnTo>
                  <a:pt x="498773" y="104477"/>
                </a:lnTo>
                <a:cubicBezTo>
                  <a:pt x="511175" y="116880"/>
                  <a:pt x="511175" y="137021"/>
                  <a:pt x="498773" y="149423"/>
                </a:cubicBezTo>
                <a:close/>
                <a:moveTo>
                  <a:pt x="104477" y="498673"/>
                </a:moveTo>
                <a:lnTo>
                  <a:pt x="9227" y="403423"/>
                </a:lnTo>
                <a:cubicBezTo>
                  <a:pt x="-3175" y="391021"/>
                  <a:pt x="-3175" y="370880"/>
                  <a:pt x="9227" y="358477"/>
                </a:cubicBezTo>
                <a:lnTo>
                  <a:pt x="104477" y="263227"/>
                </a:lnTo>
                <a:cubicBezTo>
                  <a:pt x="113605" y="254099"/>
                  <a:pt x="127198" y="251420"/>
                  <a:pt x="139105" y="256381"/>
                </a:cubicBezTo>
                <a:cubicBezTo>
                  <a:pt x="151011" y="261342"/>
                  <a:pt x="158750" y="272951"/>
                  <a:pt x="158750" y="285750"/>
                </a:cubicBezTo>
                <a:lnTo>
                  <a:pt x="158750" y="349250"/>
                </a:lnTo>
                <a:lnTo>
                  <a:pt x="476250" y="349250"/>
                </a:lnTo>
                <a:cubicBezTo>
                  <a:pt x="493812" y="349250"/>
                  <a:pt x="508000" y="363438"/>
                  <a:pt x="508000" y="381000"/>
                </a:cubicBezTo>
                <a:cubicBezTo>
                  <a:pt x="508000" y="398562"/>
                  <a:pt x="493812" y="412750"/>
                  <a:pt x="476250" y="412750"/>
                </a:cubicBezTo>
                <a:lnTo>
                  <a:pt x="158750" y="412750"/>
                </a:lnTo>
                <a:lnTo>
                  <a:pt x="158750" y="476250"/>
                </a:lnTo>
                <a:cubicBezTo>
                  <a:pt x="158750" y="489049"/>
                  <a:pt x="151011" y="500658"/>
                  <a:pt x="139105" y="505619"/>
                </a:cubicBezTo>
                <a:cubicBezTo>
                  <a:pt x="127198" y="510580"/>
                  <a:pt x="113605" y="507802"/>
                  <a:pt x="104477" y="498773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19" name="Text 16"/>
          <p:cNvSpPr/>
          <p:nvPr/>
        </p:nvSpPr>
        <p:spPr>
          <a:xfrm>
            <a:off x="1778000" y="6540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Flexible Modes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1778000" y="70485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Exchange</a:t>
            </a: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(temporary lending) and </a:t>
            </a:r>
            <a:r>
              <a:rPr lang="en-US" sz="20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Donation</a:t>
            </a: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(permanent gifting).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952500" y="81280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317500" y="15875"/>
                </a:moveTo>
                <a:cubicBezTo>
                  <a:pt x="374451" y="15875"/>
                  <a:pt x="420688" y="62112"/>
                  <a:pt x="420688" y="119063"/>
                </a:cubicBezTo>
                <a:cubicBezTo>
                  <a:pt x="420688" y="176013"/>
                  <a:pt x="374451" y="222250"/>
                  <a:pt x="317500" y="222250"/>
                </a:cubicBezTo>
                <a:cubicBezTo>
                  <a:pt x="260549" y="222250"/>
                  <a:pt x="214313" y="176013"/>
                  <a:pt x="214313" y="119063"/>
                </a:cubicBezTo>
                <a:cubicBezTo>
                  <a:pt x="214313" y="62112"/>
                  <a:pt x="260549" y="15875"/>
                  <a:pt x="317500" y="15875"/>
                </a:cubicBezTo>
                <a:close/>
                <a:moveTo>
                  <a:pt x="95250" y="87313"/>
                </a:moveTo>
                <a:cubicBezTo>
                  <a:pt x="134677" y="87313"/>
                  <a:pt x="166688" y="119323"/>
                  <a:pt x="166688" y="158750"/>
                </a:cubicBezTo>
                <a:cubicBezTo>
                  <a:pt x="166688" y="198177"/>
                  <a:pt x="134677" y="230188"/>
                  <a:pt x="95250" y="230188"/>
                </a:cubicBezTo>
                <a:cubicBezTo>
                  <a:pt x="55823" y="230188"/>
                  <a:pt x="23813" y="198177"/>
                  <a:pt x="23812" y="158750"/>
                </a:cubicBezTo>
                <a:cubicBezTo>
                  <a:pt x="23812" y="119323"/>
                  <a:pt x="55823" y="87313"/>
                  <a:pt x="95250" y="87313"/>
                </a:cubicBezTo>
                <a:close/>
                <a:moveTo>
                  <a:pt x="0" y="412750"/>
                </a:moveTo>
                <a:cubicBezTo>
                  <a:pt x="0" y="342602"/>
                  <a:pt x="56852" y="285750"/>
                  <a:pt x="127000" y="285750"/>
                </a:cubicBezTo>
                <a:cubicBezTo>
                  <a:pt x="139700" y="285750"/>
                  <a:pt x="152003" y="287635"/>
                  <a:pt x="163612" y="291108"/>
                </a:cubicBezTo>
                <a:cubicBezTo>
                  <a:pt x="130969" y="327620"/>
                  <a:pt x="111125" y="375841"/>
                  <a:pt x="111125" y="428625"/>
                </a:cubicBezTo>
                <a:lnTo>
                  <a:pt x="111125" y="444500"/>
                </a:lnTo>
                <a:cubicBezTo>
                  <a:pt x="111125" y="455811"/>
                  <a:pt x="113506" y="466527"/>
                  <a:pt x="117773" y="476250"/>
                </a:cubicBezTo>
                <a:lnTo>
                  <a:pt x="31750" y="476250"/>
                </a:lnTo>
                <a:cubicBezTo>
                  <a:pt x="14188" y="476250"/>
                  <a:pt x="0" y="462062"/>
                  <a:pt x="0" y="444500"/>
                </a:cubicBezTo>
                <a:lnTo>
                  <a:pt x="0" y="412750"/>
                </a:lnTo>
                <a:close/>
                <a:moveTo>
                  <a:pt x="517227" y="476250"/>
                </a:moveTo>
                <a:cubicBezTo>
                  <a:pt x="521494" y="466527"/>
                  <a:pt x="523875" y="455811"/>
                  <a:pt x="523875" y="444500"/>
                </a:cubicBezTo>
                <a:lnTo>
                  <a:pt x="523875" y="428625"/>
                </a:lnTo>
                <a:cubicBezTo>
                  <a:pt x="523875" y="375841"/>
                  <a:pt x="504031" y="327620"/>
                  <a:pt x="471388" y="291108"/>
                </a:cubicBezTo>
                <a:cubicBezTo>
                  <a:pt x="482997" y="287635"/>
                  <a:pt x="495300" y="285750"/>
                  <a:pt x="508000" y="285750"/>
                </a:cubicBezTo>
                <a:cubicBezTo>
                  <a:pt x="578148" y="285750"/>
                  <a:pt x="635000" y="342602"/>
                  <a:pt x="635000" y="412750"/>
                </a:cubicBezTo>
                <a:lnTo>
                  <a:pt x="635000" y="444500"/>
                </a:lnTo>
                <a:cubicBezTo>
                  <a:pt x="635000" y="462062"/>
                  <a:pt x="620812" y="476250"/>
                  <a:pt x="603250" y="476250"/>
                </a:cubicBezTo>
                <a:lnTo>
                  <a:pt x="517227" y="476250"/>
                </a:lnTo>
                <a:close/>
                <a:moveTo>
                  <a:pt x="468313" y="158750"/>
                </a:moveTo>
                <a:cubicBezTo>
                  <a:pt x="468313" y="119323"/>
                  <a:pt x="500323" y="87313"/>
                  <a:pt x="539750" y="87313"/>
                </a:cubicBezTo>
                <a:cubicBezTo>
                  <a:pt x="579177" y="87313"/>
                  <a:pt x="611188" y="119323"/>
                  <a:pt x="611188" y="158750"/>
                </a:cubicBezTo>
                <a:cubicBezTo>
                  <a:pt x="611188" y="198177"/>
                  <a:pt x="579177" y="230188"/>
                  <a:pt x="539750" y="230188"/>
                </a:cubicBezTo>
                <a:cubicBezTo>
                  <a:pt x="500323" y="230188"/>
                  <a:pt x="468313" y="198177"/>
                  <a:pt x="468313" y="158750"/>
                </a:cubicBezTo>
                <a:close/>
                <a:moveTo>
                  <a:pt x="158750" y="428625"/>
                </a:moveTo>
                <a:cubicBezTo>
                  <a:pt x="158750" y="340916"/>
                  <a:pt x="229791" y="269875"/>
                  <a:pt x="317500" y="269875"/>
                </a:cubicBezTo>
                <a:cubicBezTo>
                  <a:pt x="405209" y="269875"/>
                  <a:pt x="476250" y="340916"/>
                  <a:pt x="476250" y="428625"/>
                </a:cubicBezTo>
                <a:lnTo>
                  <a:pt x="476250" y="444500"/>
                </a:lnTo>
                <a:cubicBezTo>
                  <a:pt x="476250" y="462062"/>
                  <a:pt x="462062" y="476250"/>
                  <a:pt x="444500" y="476250"/>
                </a:cubicBezTo>
                <a:lnTo>
                  <a:pt x="190500" y="476250"/>
                </a:lnTo>
                <a:cubicBezTo>
                  <a:pt x="172938" y="476250"/>
                  <a:pt x="158750" y="462062"/>
                  <a:pt x="158750" y="444500"/>
                </a:cubicBezTo>
                <a:lnTo>
                  <a:pt x="158750" y="428625"/>
                </a:lnTo>
                <a:close/>
              </a:path>
            </a:pathLst>
          </a:custGeom>
          <a:solidFill>
            <a:srgbClr val="5B4FCF"/>
          </a:solidFill>
          <a:ln/>
        </p:spPr>
      </p:sp>
      <p:sp>
        <p:nvSpPr>
          <p:cNvPr id="22" name="Text 19"/>
          <p:cNvSpPr/>
          <p:nvPr/>
        </p:nvSpPr>
        <p:spPr>
          <a:xfrm>
            <a:off x="1778000" y="8064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Community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1778000" y="85725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 with neighbors, build trust, and create a culture of sharing in your community.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1016000" y="10287000"/>
            <a:ext cx="10922000" cy="762000"/>
          </a:xfrm>
          <a:prstGeom prst="roundRect">
            <a:avLst>
              <a:gd name="adj" fmla="val 6000"/>
            </a:avLst>
          </a:prstGeom>
          <a:solidFill>
            <a:srgbClr val="5B4FCF"/>
          </a:solidFill>
          <a:ln/>
        </p:spPr>
      </p:sp>
      <p:sp>
        <p:nvSpPr>
          <p:cNvPr id="25" name="Text 22"/>
          <p:cNvSpPr/>
          <p:nvPr/>
        </p:nvSpPr>
        <p:spPr>
          <a:xfrm>
            <a:off x="1397000" y="103505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 Clutter + More Joy + Stronger Community</a:t>
            </a:r>
            <a:endParaRPr lang="en-US" sz="1800"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 flip="none" rotWithShape="1">
          <a:gsLst>
            <a:gs pos="0">
              <a:srgbClr val="EDE9FE"/>
            </a:gs>
            <a:gs pos="50000">
              <a:srgbClr val="F5F3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508000"/>
            <a:ext cx="762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Features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16000" y="1460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Everything You Need to Share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2095500"/>
            <a:ext cx="22352000" cy="0"/>
          </a:xfrm>
          <a:prstGeom prst="straightConnector1">
            <a:avLst/>
          </a:prstGeom>
          <a:noFill/>
          <a:ln w="12700">
            <a:solidFill>
              <a:srgbClr val="D4CCF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016000" y="2413000"/>
            <a:ext cx="5334000" cy="2921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6" name="Shape 4"/>
          <p:cNvSpPr/>
          <p:nvPr/>
        </p:nvSpPr>
        <p:spPr>
          <a:xfrm>
            <a:off x="1397000" y="2667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0"/>
                </a:moveTo>
                <a:cubicBezTo>
                  <a:pt x="323205" y="0"/>
                  <a:pt x="328910" y="1240"/>
                  <a:pt x="334119" y="3597"/>
                </a:cubicBezTo>
                <a:lnTo>
                  <a:pt x="567779" y="102691"/>
                </a:lnTo>
                <a:cubicBezTo>
                  <a:pt x="595064" y="114226"/>
                  <a:pt x="615404" y="141139"/>
                  <a:pt x="615280" y="173633"/>
                </a:cubicBezTo>
                <a:cubicBezTo>
                  <a:pt x="614660" y="296664"/>
                  <a:pt x="564059" y="521767"/>
                  <a:pt x="350366" y="624086"/>
                </a:cubicBezTo>
                <a:cubicBezTo>
                  <a:pt x="329654" y="634008"/>
                  <a:pt x="305594" y="634008"/>
                  <a:pt x="284882" y="624086"/>
                </a:cubicBezTo>
                <a:cubicBezTo>
                  <a:pt x="71065" y="521767"/>
                  <a:pt x="20588" y="296664"/>
                  <a:pt x="19968" y="173633"/>
                </a:cubicBezTo>
                <a:cubicBezTo>
                  <a:pt x="19844" y="141139"/>
                  <a:pt x="40184" y="114226"/>
                  <a:pt x="67469" y="102691"/>
                </a:cubicBezTo>
                <a:lnTo>
                  <a:pt x="301005" y="3597"/>
                </a:lnTo>
                <a:cubicBezTo>
                  <a:pt x="306214" y="1240"/>
                  <a:pt x="311795" y="0"/>
                  <a:pt x="317500" y="0"/>
                </a:cubicBezTo>
                <a:close/>
                <a:moveTo>
                  <a:pt x="317500" y="82848"/>
                </a:moveTo>
                <a:lnTo>
                  <a:pt x="317500" y="551780"/>
                </a:lnTo>
                <a:cubicBezTo>
                  <a:pt x="488652" y="468933"/>
                  <a:pt x="534665" y="285378"/>
                  <a:pt x="535781" y="175493"/>
                </a:cubicBezTo>
                <a:lnTo>
                  <a:pt x="317500" y="82972"/>
                </a:lnTo>
                <a:lnTo>
                  <a:pt x="317500" y="82972"/>
                </a:lnTo>
                <a:close/>
              </a:path>
            </a:pathLst>
          </a:custGeom>
          <a:solidFill>
            <a:srgbClr val="5B4FCF"/>
          </a:solidFill>
          <a:ln/>
        </p:spPr>
      </p:sp>
      <p:sp>
        <p:nvSpPr>
          <p:cNvPr id="7" name="Text 5"/>
          <p:cNvSpPr/>
          <p:nvPr/>
        </p:nvSpPr>
        <p:spPr>
          <a:xfrm>
            <a:off x="2222500" y="2667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Authentication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97000" y="3429000"/>
            <a:ext cx="4699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 sign-up and login with Firebase Auth. Email verification and password recovery included.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604000" y="2413000"/>
            <a:ext cx="5334000" cy="2921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10" name="Shape 8"/>
          <p:cNvSpPr/>
          <p:nvPr/>
        </p:nvSpPr>
        <p:spPr>
          <a:xfrm>
            <a:off x="6985000" y="2667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515937" y="257969"/>
                </a:moveTo>
                <a:cubicBezTo>
                  <a:pt x="515937" y="314896"/>
                  <a:pt x="497458" y="367481"/>
                  <a:pt x="466328" y="410146"/>
                </a:cubicBezTo>
                <a:lnTo>
                  <a:pt x="623342" y="567283"/>
                </a:lnTo>
                <a:cubicBezTo>
                  <a:pt x="638845" y="582786"/>
                  <a:pt x="638845" y="607963"/>
                  <a:pt x="623342" y="623466"/>
                </a:cubicBezTo>
                <a:cubicBezTo>
                  <a:pt x="607839" y="638969"/>
                  <a:pt x="582662" y="638969"/>
                  <a:pt x="567159" y="623466"/>
                </a:cubicBezTo>
                <a:lnTo>
                  <a:pt x="410146" y="466328"/>
                </a:lnTo>
                <a:cubicBezTo>
                  <a:pt x="367481" y="497458"/>
                  <a:pt x="314896" y="515937"/>
                  <a:pt x="257969" y="515937"/>
                </a:cubicBezTo>
                <a:cubicBezTo>
                  <a:pt x="115466" y="515937"/>
                  <a:pt x="0" y="400472"/>
                  <a:pt x="0" y="257969"/>
                </a:cubicBezTo>
                <a:cubicBezTo>
                  <a:pt x="0" y="115466"/>
                  <a:pt x="115466" y="0"/>
                  <a:pt x="257969" y="0"/>
                </a:cubicBezTo>
                <a:cubicBezTo>
                  <a:pt x="400472" y="0"/>
                  <a:pt x="515937" y="115466"/>
                  <a:pt x="515937" y="257969"/>
                </a:cubicBezTo>
                <a:close/>
                <a:moveTo>
                  <a:pt x="257969" y="436563"/>
                </a:moveTo>
                <a:cubicBezTo>
                  <a:pt x="356537" y="436563"/>
                  <a:pt x="436563" y="356537"/>
                  <a:pt x="436563" y="257969"/>
                </a:cubicBezTo>
                <a:cubicBezTo>
                  <a:pt x="436563" y="159400"/>
                  <a:pt x="356537" y="79375"/>
                  <a:pt x="257969" y="79375"/>
                </a:cubicBezTo>
                <a:cubicBezTo>
                  <a:pt x="159400" y="79375"/>
                  <a:pt x="79375" y="159400"/>
                  <a:pt x="79375" y="257969"/>
                </a:cubicBezTo>
                <a:cubicBezTo>
                  <a:pt x="79375" y="356537"/>
                  <a:pt x="159400" y="436563"/>
                  <a:pt x="257969" y="436563"/>
                </a:cubicBezTo>
                <a:close/>
              </a:path>
            </a:pathLst>
          </a:custGeom>
          <a:solidFill>
            <a:srgbClr val="5B4FCF"/>
          </a:solidFill>
          <a:ln/>
        </p:spPr>
      </p:sp>
      <p:sp>
        <p:nvSpPr>
          <p:cNvPr id="11" name="Text 9"/>
          <p:cNvSpPr/>
          <p:nvPr/>
        </p:nvSpPr>
        <p:spPr>
          <a:xfrm>
            <a:off x="7810500" y="2667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Browse &amp; Search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985000" y="3429000"/>
            <a:ext cx="4699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Discover available toys with powerful search and filter options by category, age, and location.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2192000" y="2413000"/>
            <a:ext cx="5334000" cy="2921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14" name="Shape 12"/>
          <p:cNvSpPr/>
          <p:nvPr/>
        </p:nvSpPr>
        <p:spPr>
          <a:xfrm>
            <a:off x="12652375" y="2667000"/>
            <a:ext cx="476250" cy="635000"/>
          </a:xfrm>
          <a:custGeom>
            <a:avLst/>
            <a:gdLst/>
            <a:ahLst/>
            <a:cxnLst/>
            <a:rect l="l" t="t" r="r" b="b"/>
            <a:pathLst>
              <a:path w="476250" h="635000">
                <a:moveTo>
                  <a:pt x="39688" y="39688"/>
                </a:moveTo>
                <a:cubicBezTo>
                  <a:pt x="39688" y="17735"/>
                  <a:pt x="57423" y="0"/>
                  <a:pt x="79375" y="0"/>
                </a:cubicBezTo>
                <a:cubicBezTo>
                  <a:pt x="101327" y="0"/>
                  <a:pt x="119062" y="17735"/>
                  <a:pt x="119062" y="39688"/>
                </a:cubicBezTo>
                <a:lnTo>
                  <a:pt x="119062" y="297656"/>
                </a:lnTo>
                <a:lnTo>
                  <a:pt x="39688" y="297656"/>
                </a:lnTo>
                <a:lnTo>
                  <a:pt x="39688" y="39688"/>
                </a:lnTo>
                <a:close/>
                <a:moveTo>
                  <a:pt x="277813" y="238125"/>
                </a:moveTo>
                <a:cubicBezTo>
                  <a:pt x="277813" y="216173"/>
                  <a:pt x="295548" y="198438"/>
                  <a:pt x="317500" y="198438"/>
                </a:cubicBezTo>
                <a:cubicBezTo>
                  <a:pt x="339452" y="198438"/>
                  <a:pt x="357188" y="216173"/>
                  <a:pt x="357188" y="238125"/>
                </a:cubicBezTo>
                <a:lnTo>
                  <a:pt x="357188" y="317500"/>
                </a:lnTo>
                <a:cubicBezTo>
                  <a:pt x="357188" y="339452"/>
                  <a:pt x="339452" y="357188"/>
                  <a:pt x="317500" y="357188"/>
                </a:cubicBezTo>
                <a:cubicBezTo>
                  <a:pt x="295548" y="357188"/>
                  <a:pt x="277813" y="339452"/>
                  <a:pt x="277813" y="317500"/>
                </a:cubicBezTo>
                <a:lnTo>
                  <a:pt x="277813" y="238125"/>
                </a:lnTo>
                <a:close/>
                <a:moveTo>
                  <a:pt x="198438" y="158750"/>
                </a:moveTo>
                <a:cubicBezTo>
                  <a:pt x="220390" y="158750"/>
                  <a:pt x="238125" y="176485"/>
                  <a:pt x="238125" y="198438"/>
                </a:cubicBezTo>
                <a:lnTo>
                  <a:pt x="238125" y="257969"/>
                </a:lnTo>
                <a:cubicBezTo>
                  <a:pt x="238125" y="279921"/>
                  <a:pt x="220390" y="297656"/>
                  <a:pt x="198438" y="297656"/>
                </a:cubicBezTo>
                <a:cubicBezTo>
                  <a:pt x="176485" y="297656"/>
                  <a:pt x="158750" y="279921"/>
                  <a:pt x="158750" y="257969"/>
                </a:cubicBezTo>
                <a:lnTo>
                  <a:pt x="158750" y="198438"/>
                </a:lnTo>
                <a:cubicBezTo>
                  <a:pt x="158750" y="176485"/>
                  <a:pt x="176485" y="158750"/>
                  <a:pt x="198438" y="158750"/>
                </a:cubicBezTo>
                <a:close/>
                <a:moveTo>
                  <a:pt x="396875" y="277813"/>
                </a:moveTo>
                <a:cubicBezTo>
                  <a:pt x="396875" y="255860"/>
                  <a:pt x="414610" y="238125"/>
                  <a:pt x="436563" y="238125"/>
                </a:cubicBezTo>
                <a:cubicBezTo>
                  <a:pt x="458515" y="238125"/>
                  <a:pt x="476250" y="255860"/>
                  <a:pt x="476250" y="277813"/>
                </a:cubicBezTo>
                <a:lnTo>
                  <a:pt x="476250" y="357188"/>
                </a:lnTo>
                <a:cubicBezTo>
                  <a:pt x="476250" y="379140"/>
                  <a:pt x="458515" y="396875"/>
                  <a:pt x="436563" y="396875"/>
                </a:cubicBezTo>
                <a:cubicBezTo>
                  <a:pt x="414610" y="396875"/>
                  <a:pt x="396875" y="379140"/>
                  <a:pt x="396875" y="357188"/>
                </a:cubicBezTo>
                <a:lnTo>
                  <a:pt x="396875" y="277813"/>
                </a:lnTo>
                <a:close/>
                <a:moveTo>
                  <a:pt x="277813" y="386953"/>
                </a:moveTo>
                <a:lnTo>
                  <a:pt x="277813" y="386209"/>
                </a:lnTo>
                <a:cubicBezTo>
                  <a:pt x="289471" y="392906"/>
                  <a:pt x="302989" y="396875"/>
                  <a:pt x="317500" y="396875"/>
                </a:cubicBezTo>
                <a:cubicBezTo>
                  <a:pt x="333871" y="396875"/>
                  <a:pt x="349002" y="391914"/>
                  <a:pt x="361652" y="383480"/>
                </a:cubicBezTo>
                <a:cubicBezTo>
                  <a:pt x="372442" y="414362"/>
                  <a:pt x="401960" y="436563"/>
                  <a:pt x="436563" y="436563"/>
                </a:cubicBezTo>
                <a:cubicBezTo>
                  <a:pt x="451073" y="436563"/>
                  <a:pt x="464592" y="432718"/>
                  <a:pt x="476250" y="425896"/>
                </a:cubicBezTo>
                <a:lnTo>
                  <a:pt x="476250" y="436563"/>
                </a:lnTo>
                <a:cubicBezTo>
                  <a:pt x="476250" y="546199"/>
                  <a:pt x="387449" y="635000"/>
                  <a:pt x="277813" y="635000"/>
                </a:cubicBezTo>
                <a:lnTo>
                  <a:pt x="201290" y="635000"/>
                </a:lnTo>
                <a:cubicBezTo>
                  <a:pt x="148704" y="635000"/>
                  <a:pt x="98227" y="614040"/>
                  <a:pt x="61020" y="576833"/>
                </a:cubicBezTo>
                <a:lnTo>
                  <a:pt x="46509" y="562446"/>
                </a:lnTo>
                <a:cubicBezTo>
                  <a:pt x="16743" y="532681"/>
                  <a:pt x="0" y="492249"/>
                  <a:pt x="0" y="450205"/>
                </a:cubicBezTo>
                <a:lnTo>
                  <a:pt x="0" y="416719"/>
                </a:lnTo>
                <a:cubicBezTo>
                  <a:pt x="0" y="372938"/>
                  <a:pt x="35595" y="337344"/>
                  <a:pt x="79375" y="337344"/>
                </a:cubicBezTo>
                <a:lnTo>
                  <a:pt x="188516" y="337344"/>
                </a:lnTo>
                <a:cubicBezTo>
                  <a:pt x="215925" y="337344"/>
                  <a:pt x="238125" y="359544"/>
                  <a:pt x="238125" y="386953"/>
                </a:cubicBezTo>
                <a:cubicBezTo>
                  <a:pt x="238125" y="414362"/>
                  <a:pt x="215925" y="436563"/>
                  <a:pt x="188516" y="436563"/>
                </a:cubicBezTo>
                <a:lnTo>
                  <a:pt x="119062" y="436563"/>
                </a:lnTo>
                <a:cubicBezTo>
                  <a:pt x="108148" y="436563"/>
                  <a:pt x="99219" y="445492"/>
                  <a:pt x="99219" y="456406"/>
                </a:cubicBezTo>
                <a:cubicBezTo>
                  <a:pt x="99219" y="467320"/>
                  <a:pt x="108148" y="476250"/>
                  <a:pt x="119062" y="476250"/>
                </a:cubicBezTo>
                <a:lnTo>
                  <a:pt x="188516" y="476250"/>
                </a:lnTo>
                <a:cubicBezTo>
                  <a:pt x="237877" y="476250"/>
                  <a:pt x="277813" y="436314"/>
                  <a:pt x="277813" y="386953"/>
                </a:cubicBezTo>
                <a:close/>
              </a:path>
            </a:pathLst>
          </a:custGeom>
          <a:solidFill>
            <a:srgbClr val="5B4FCF"/>
          </a:solidFill>
          <a:ln/>
        </p:spPr>
      </p:sp>
      <p:sp>
        <p:nvSpPr>
          <p:cNvPr id="15" name="Text 13"/>
          <p:cNvSpPr/>
          <p:nvPr/>
        </p:nvSpPr>
        <p:spPr>
          <a:xfrm>
            <a:off x="13398500" y="2667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Borrow Requests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2573000" y="3429000"/>
            <a:ext cx="4699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Send borrow requests with custom messages. Owners can accept, reject, or negotiate terms.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7780000" y="2413000"/>
            <a:ext cx="5588000" cy="2921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200688" y="2667000"/>
            <a:ext cx="555625" cy="635000"/>
          </a:xfrm>
          <a:custGeom>
            <a:avLst/>
            <a:gdLst/>
            <a:ahLst/>
            <a:cxnLst/>
            <a:rect l="l" t="t" r="r" b="b"/>
            <a:pathLst>
              <a:path w="555625" h="635000">
                <a:moveTo>
                  <a:pt x="79375" y="198438"/>
                </a:moveTo>
                <a:lnTo>
                  <a:pt x="158750" y="198438"/>
                </a:lnTo>
                <a:lnTo>
                  <a:pt x="158750" y="119062"/>
                </a:lnTo>
                <a:lnTo>
                  <a:pt x="79375" y="119062"/>
                </a:lnTo>
                <a:lnTo>
                  <a:pt x="79375" y="198438"/>
                </a:lnTo>
                <a:close/>
                <a:moveTo>
                  <a:pt x="0" y="99219"/>
                </a:moveTo>
                <a:cubicBezTo>
                  <a:pt x="0" y="66353"/>
                  <a:pt x="26665" y="39688"/>
                  <a:pt x="59531" y="39688"/>
                </a:cubicBezTo>
                <a:lnTo>
                  <a:pt x="178594" y="39688"/>
                </a:lnTo>
                <a:cubicBezTo>
                  <a:pt x="211460" y="39688"/>
                  <a:pt x="238125" y="66353"/>
                  <a:pt x="238125" y="99219"/>
                </a:cubicBezTo>
                <a:lnTo>
                  <a:pt x="238125" y="218281"/>
                </a:lnTo>
                <a:cubicBezTo>
                  <a:pt x="238125" y="251147"/>
                  <a:pt x="211460" y="277813"/>
                  <a:pt x="178594" y="277813"/>
                </a:cubicBezTo>
                <a:lnTo>
                  <a:pt x="59531" y="277813"/>
                </a:lnTo>
                <a:cubicBezTo>
                  <a:pt x="26665" y="277813"/>
                  <a:pt x="0" y="251147"/>
                  <a:pt x="0" y="218281"/>
                </a:cubicBezTo>
                <a:lnTo>
                  <a:pt x="0" y="99219"/>
                </a:lnTo>
                <a:close/>
                <a:moveTo>
                  <a:pt x="79375" y="515937"/>
                </a:moveTo>
                <a:lnTo>
                  <a:pt x="158750" y="515937"/>
                </a:lnTo>
                <a:lnTo>
                  <a:pt x="158750" y="436563"/>
                </a:lnTo>
                <a:lnTo>
                  <a:pt x="79375" y="436563"/>
                </a:lnTo>
                <a:lnTo>
                  <a:pt x="79375" y="515937"/>
                </a:lnTo>
                <a:close/>
                <a:moveTo>
                  <a:pt x="0" y="416719"/>
                </a:moveTo>
                <a:cubicBezTo>
                  <a:pt x="0" y="383853"/>
                  <a:pt x="26665" y="357188"/>
                  <a:pt x="59531" y="357188"/>
                </a:cubicBezTo>
                <a:lnTo>
                  <a:pt x="178594" y="357188"/>
                </a:lnTo>
                <a:cubicBezTo>
                  <a:pt x="211460" y="357188"/>
                  <a:pt x="238125" y="383853"/>
                  <a:pt x="238125" y="416719"/>
                </a:cubicBezTo>
                <a:lnTo>
                  <a:pt x="238125" y="535781"/>
                </a:lnTo>
                <a:cubicBezTo>
                  <a:pt x="238125" y="568647"/>
                  <a:pt x="211460" y="595313"/>
                  <a:pt x="178594" y="595313"/>
                </a:cubicBezTo>
                <a:lnTo>
                  <a:pt x="59531" y="595313"/>
                </a:lnTo>
                <a:cubicBezTo>
                  <a:pt x="26665" y="595313"/>
                  <a:pt x="0" y="568647"/>
                  <a:pt x="0" y="535781"/>
                </a:cubicBezTo>
                <a:lnTo>
                  <a:pt x="0" y="416719"/>
                </a:lnTo>
                <a:close/>
                <a:moveTo>
                  <a:pt x="396875" y="119062"/>
                </a:moveTo>
                <a:lnTo>
                  <a:pt x="396875" y="198438"/>
                </a:lnTo>
                <a:lnTo>
                  <a:pt x="476250" y="198438"/>
                </a:lnTo>
                <a:lnTo>
                  <a:pt x="476250" y="119062"/>
                </a:lnTo>
                <a:lnTo>
                  <a:pt x="396875" y="119062"/>
                </a:lnTo>
                <a:close/>
                <a:moveTo>
                  <a:pt x="377031" y="39688"/>
                </a:moveTo>
                <a:lnTo>
                  <a:pt x="496094" y="39688"/>
                </a:lnTo>
                <a:cubicBezTo>
                  <a:pt x="528960" y="39688"/>
                  <a:pt x="555625" y="66353"/>
                  <a:pt x="555625" y="99219"/>
                </a:cubicBezTo>
                <a:lnTo>
                  <a:pt x="555625" y="218281"/>
                </a:lnTo>
                <a:cubicBezTo>
                  <a:pt x="555625" y="251147"/>
                  <a:pt x="528960" y="277813"/>
                  <a:pt x="496094" y="277813"/>
                </a:cubicBezTo>
                <a:lnTo>
                  <a:pt x="377031" y="277813"/>
                </a:lnTo>
                <a:cubicBezTo>
                  <a:pt x="344165" y="277813"/>
                  <a:pt x="317500" y="251147"/>
                  <a:pt x="317500" y="218281"/>
                </a:cubicBezTo>
                <a:lnTo>
                  <a:pt x="317500" y="99219"/>
                </a:lnTo>
                <a:cubicBezTo>
                  <a:pt x="317500" y="66353"/>
                  <a:pt x="344165" y="39688"/>
                  <a:pt x="377031" y="39688"/>
                </a:cubicBezTo>
                <a:close/>
                <a:moveTo>
                  <a:pt x="357188" y="436563"/>
                </a:moveTo>
                <a:cubicBezTo>
                  <a:pt x="335283" y="436563"/>
                  <a:pt x="317500" y="418779"/>
                  <a:pt x="317500" y="396875"/>
                </a:cubicBezTo>
                <a:cubicBezTo>
                  <a:pt x="317500" y="374971"/>
                  <a:pt x="335283" y="357188"/>
                  <a:pt x="357188" y="357188"/>
                </a:cubicBezTo>
                <a:cubicBezTo>
                  <a:pt x="379092" y="357188"/>
                  <a:pt x="396875" y="374971"/>
                  <a:pt x="396875" y="396875"/>
                </a:cubicBezTo>
                <a:cubicBezTo>
                  <a:pt x="396875" y="418779"/>
                  <a:pt x="379092" y="436563"/>
                  <a:pt x="357188" y="436563"/>
                </a:cubicBezTo>
                <a:close/>
                <a:moveTo>
                  <a:pt x="357188" y="515937"/>
                </a:moveTo>
                <a:cubicBezTo>
                  <a:pt x="379140" y="515937"/>
                  <a:pt x="396875" y="533673"/>
                  <a:pt x="396875" y="555625"/>
                </a:cubicBezTo>
                <a:cubicBezTo>
                  <a:pt x="396875" y="577577"/>
                  <a:pt x="379140" y="595313"/>
                  <a:pt x="357188" y="595313"/>
                </a:cubicBezTo>
                <a:cubicBezTo>
                  <a:pt x="335235" y="595313"/>
                  <a:pt x="317500" y="577577"/>
                  <a:pt x="317500" y="555625"/>
                </a:cubicBezTo>
                <a:cubicBezTo>
                  <a:pt x="317500" y="533673"/>
                  <a:pt x="335235" y="515937"/>
                  <a:pt x="357188" y="515937"/>
                </a:cubicBezTo>
                <a:close/>
                <a:moveTo>
                  <a:pt x="476250" y="555625"/>
                </a:moveTo>
                <a:cubicBezTo>
                  <a:pt x="476250" y="533673"/>
                  <a:pt x="493985" y="515937"/>
                  <a:pt x="515937" y="515937"/>
                </a:cubicBezTo>
                <a:cubicBezTo>
                  <a:pt x="537890" y="515937"/>
                  <a:pt x="555625" y="533673"/>
                  <a:pt x="555625" y="555625"/>
                </a:cubicBezTo>
                <a:cubicBezTo>
                  <a:pt x="555625" y="577577"/>
                  <a:pt x="537890" y="595313"/>
                  <a:pt x="515937" y="595313"/>
                </a:cubicBezTo>
                <a:cubicBezTo>
                  <a:pt x="493985" y="595313"/>
                  <a:pt x="476250" y="577577"/>
                  <a:pt x="476250" y="555625"/>
                </a:cubicBezTo>
                <a:close/>
                <a:moveTo>
                  <a:pt x="515937" y="436563"/>
                </a:moveTo>
                <a:cubicBezTo>
                  <a:pt x="494033" y="436563"/>
                  <a:pt x="476250" y="418779"/>
                  <a:pt x="476250" y="396875"/>
                </a:cubicBezTo>
                <a:cubicBezTo>
                  <a:pt x="476250" y="374971"/>
                  <a:pt x="494033" y="357188"/>
                  <a:pt x="515937" y="357188"/>
                </a:cubicBezTo>
                <a:cubicBezTo>
                  <a:pt x="537842" y="357188"/>
                  <a:pt x="555625" y="374971"/>
                  <a:pt x="555625" y="396875"/>
                </a:cubicBezTo>
                <a:cubicBezTo>
                  <a:pt x="555625" y="418779"/>
                  <a:pt x="537842" y="436563"/>
                  <a:pt x="515937" y="436563"/>
                </a:cubicBezTo>
                <a:close/>
                <a:moveTo>
                  <a:pt x="476250" y="476250"/>
                </a:moveTo>
                <a:cubicBezTo>
                  <a:pt x="476250" y="498154"/>
                  <a:pt x="458467" y="515937"/>
                  <a:pt x="436563" y="515937"/>
                </a:cubicBezTo>
                <a:cubicBezTo>
                  <a:pt x="414658" y="515937"/>
                  <a:pt x="396875" y="498154"/>
                  <a:pt x="396875" y="476250"/>
                </a:cubicBezTo>
                <a:cubicBezTo>
                  <a:pt x="396875" y="454346"/>
                  <a:pt x="414658" y="436563"/>
                  <a:pt x="436563" y="436563"/>
                </a:cubicBezTo>
                <a:cubicBezTo>
                  <a:pt x="458467" y="436563"/>
                  <a:pt x="476250" y="454346"/>
                  <a:pt x="476250" y="47625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19" name="Text 17"/>
          <p:cNvSpPr/>
          <p:nvPr/>
        </p:nvSpPr>
        <p:spPr>
          <a:xfrm>
            <a:off x="18986500" y="26670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QR Verification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8161000" y="3429000"/>
            <a:ext cx="495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Generate and scan QR codes to verify toy exchanges securely and prevent fraud.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016000" y="5588000"/>
            <a:ext cx="5334000" cy="2921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57313" y="5842000"/>
            <a:ext cx="714375" cy="635000"/>
          </a:xfrm>
          <a:custGeom>
            <a:avLst/>
            <a:gdLst/>
            <a:ahLst/>
            <a:cxnLst/>
            <a:rect l="l" t="t" r="r" b="b"/>
            <a:pathLst>
              <a:path w="714375" h="635000">
                <a:moveTo>
                  <a:pt x="476250" y="178594"/>
                </a:moveTo>
                <a:cubicBezTo>
                  <a:pt x="476250" y="299145"/>
                  <a:pt x="369590" y="396875"/>
                  <a:pt x="238125" y="396875"/>
                </a:cubicBezTo>
                <a:cubicBezTo>
                  <a:pt x="205011" y="396875"/>
                  <a:pt x="173509" y="390674"/>
                  <a:pt x="144859" y="379512"/>
                </a:cubicBezTo>
                <a:lnTo>
                  <a:pt x="43656" y="433090"/>
                </a:lnTo>
                <a:cubicBezTo>
                  <a:pt x="32122" y="439167"/>
                  <a:pt x="17983" y="437059"/>
                  <a:pt x="8682" y="427881"/>
                </a:cubicBezTo>
                <a:cubicBezTo>
                  <a:pt x="-620" y="418703"/>
                  <a:pt x="-2729" y="404440"/>
                  <a:pt x="3473" y="392906"/>
                </a:cubicBezTo>
                <a:lnTo>
                  <a:pt x="47625" y="309563"/>
                </a:lnTo>
                <a:cubicBezTo>
                  <a:pt x="17735" y="273100"/>
                  <a:pt x="0" y="227707"/>
                  <a:pt x="0" y="178594"/>
                </a:cubicBezTo>
                <a:cubicBezTo>
                  <a:pt x="0" y="58043"/>
                  <a:pt x="106660" y="-39687"/>
                  <a:pt x="238125" y="-39687"/>
                </a:cubicBezTo>
                <a:cubicBezTo>
                  <a:pt x="369590" y="-39687"/>
                  <a:pt x="476250" y="58043"/>
                  <a:pt x="476250" y="178594"/>
                </a:cubicBezTo>
                <a:close/>
                <a:moveTo>
                  <a:pt x="476250" y="635000"/>
                </a:moveTo>
                <a:cubicBezTo>
                  <a:pt x="359544" y="635000"/>
                  <a:pt x="262434" y="557981"/>
                  <a:pt x="242094" y="456406"/>
                </a:cubicBezTo>
                <a:cubicBezTo>
                  <a:pt x="390922" y="454546"/>
                  <a:pt x="520278" y="348630"/>
                  <a:pt x="534541" y="205011"/>
                </a:cubicBezTo>
                <a:cubicBezTo>
                  <a:pt x="637853" y="228823"/>
                  <a:pt x="714375" y="314523"/>
                  <a:pt x="714375" y="416719"/>
                </a:cubicBezTo>
                <a:cubicBezTo>
                  <a:pt x="714375" y="465832"/>
                  <a:pt x="696640" y="511225"/>
                  <a:pt x="666750" y="547688"/>
                </a:cubicBezTo>
                <a:lnTo>
                  <a:pt x="710902" y="631031"/>
                </a:lnTo>
                <a:cubicBezTo>
                  <a:pt x="716979" y="642565"/>
                  <a:pt x="714871" y="656704"/>
                  <a:pt x="705693" y="666006"/>
                </a:cubicBezTo>
                <a:cubicBezTo>
                  <a:pt x="696516" y="675308"/>
                  <a:pt x="682253" y="677416"/>
                  <a:pt x="670719" y="671215"/>
                </a:cubicBezTo>
                <a:lnTo>
                  <a:pt x="569516" y="617637"/>
                </a:lnTo>
                <a:cubicBezTo>
                  <a:pt x="540866" y="628799"/>
                  <a:pt x="509364" y="635000"/>
                  <a:pt x="476250" y="635000"/>
                </a:cubicBezTo>
                <a:close/>
              </a:path>
            </a:pathLst>
          </a:custGeom>
          <a:solidFill>
            <a:srgbClr val="5B4FCF"/>
          </a:solidFill>
          <a:ln/>
        </p:spPr>
      </p:sp>
      <p:sp>
        <p:nvSpPr>
          <p:cNvPr id="23" name="Text 21"/>
          <p:cNvSpPr/>
          <p:nvPr/>
        </p:nvSpPr>
        <p:spPr>
          <a:xfrm>
            <a:off x="2222500" y="5842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In-App Chat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397000" y="6604000"/>
            <a:ext cx="4699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messaging between borrowers and owners to coordinate pickups and returns.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604000" y="5588000"/>
            <a:ext cx="5334000" cy="2921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26" name="Shape 24"/>
          <p:cNvSpPr/>
          <p:nvPr/>
        </p:nvSpPr>
        <p:spPr>
          <a:xfrm>
            <a:off x="6945313" y="5842000"/>
            <a:ext cx="714375" cy="635000"/>
          </a:xfrm>
          <a:custGeom>
            <a:avLst/>
            <a:gdLst/>
            <a:ahLst/>
            <a:cxnLst/>
            <a:rect l="l" t="t" r="r" b="b"/>
            <a:pathLst>
              <a:path w="714375" h="635000">
                <a:moveTo>
                  <a:pt x="357188" y="79375"/>
                </a:moveTo>
                <a:cubicBezTo>
                  <a:pt x="488652" y="79375"/>
                  <a:pt x="595313" y="186035"/>
                  <a:pt x="595313" y="317500"/>
                </a:cubicBezTo>
                <a:cubicBezTo>
                  <a:pt x="595313" y="448965"/>
                  <a:pt x="488652" y="555625"/>
                  <a:pt x="357188" y="555625"/>
                </a:cubicBezTo>
                <a:cubicBezTo>
                  <a:pt x="276324" y="555625"/>
                  <a:pt x="204763" y="515317"/>
                  <a:pt x="161727" y="453554"/>
                </a:cubicBezTo>
                <a:cubicBezTo>
                  <a:pt x="149200" y="435570"/>
                  <a:pt x="124396" y="431229"/>
                  <a:pt x="106412" y="443756"/>
                </a:cubicBezTo>
                <a:cubicBezTo>
                  <a:pt x="88429" y="456282"/>
                  <a:pt x="84088" y="481087"/>
                  <a:pt x="96614" y="499070"/>
                </a:cubicBezTo>
                <a:cubicBezTo>
                  <a:pt x="153913" y="581174"/>
                  <a:pt x="249287" y="635000"/>
                  <a:pt x="357188" y="635000"/>
                </a:cubicBezTo>
                <a:cubicBezTo>
                  <a:pt x="532557" y="635000"/>
                  <a:pt x="674688" y="492869"/>
                  <a:pt x="674688" y="317500"/>
                </a:cubicBezTo>
                <a:cubicBezTo>
                  <a:pt x="674688" y="142131"/>
                  <a:pt x="532557" y="0"/>
                  <a:pt x="357188" y="0"/>
                </a:cubicBezTo>
                <a:cubicBezTo>
                  <a:pt x="250899" y="0"/>
                  <a:pt x="156890" y="52214"/>
                  <a:pt x="99219" y="132333"/>
                </a:cubicBezTo>
                <a:lnTo>
                  <a:pt x="99219" y="99219"/>
                </a:lnTo>
                <a:cubicBezTo>
                  <a:pt x="99219" y="77267"/>
                  <a:pt x="81483" y="59531"/>
                  <a:pt x="59531" y="59531"/>
                </a:cubicBezTo>
                <a:cubicBezTo>
                  <a:pt x="37579" y="59531"/>
                  <a:pt x="19844" y="77267"/>
                  <a:pt x="19844" y="99219"/>
                </a:cubicBezTo>
                <a:lnTo>
                  <a:pt x="19844" y="238125"/>
                </a:lnTo>
                <a:cubicBezTo>
                  <a:pt x="19844" y="260077"/>
                  <a:pt x="37579" y="277813"/>
                  <a:pt x="59531" y="277813"/>
                </a:cubicBezTo>
                <a:lnTo>
                  <a:pt x="90041" y="277813"/>
                </a:lnTo>
                <a:cubicBezTo>
                  <a:pt x="90661" y="277813"/>
                  <a:pt x="91281" y="277813"/>
                  <a:pt x="91901" y="277813"/>
                </a:cubicBezTo>
                <a:lnTo>
                  <a:pt x="198562" y="277813"/>
                </a:lnTo>
                <a:cubicBezTo>
                  <a:pt x="220514" y="277813"/>
                  <a:pt x="238249" y="260077"/>
                  <a:pt x="238249" y="238125"/>
                </a:cubicBezTo>
                <a:cubicBezTo>
                  <a:pt x="238249" y="216173"/>
                  <a:pt x="220514" y="198438"/>
                  <a:pt x="198562" y="198438"/>
                </a:cubicBezTo>
                <a:lnTo>
                  <a:pt x="151061" y="198438"/>
                </a:lnTo>
                <a:cubicBezTo>
                  <a:pt x="192112" y="127248"/>
                  <a:pt x="269131" y="79375"/>
                  <a:pt x="357188" y="79375"/>
                </a:cubicBezTo>
                <a:close/>
                <a:moveTo>
                  <a:pt x="386953" y="188516"/>
                </a:moveTo>
                <a:cubicBezTo>
                  <a:pt x="386953" y="172021"/>
                  <a:pt x="373683" y="158750"/>
                  <a:pt x="357188" y="158750"/>
                </a:cubicBezTo>
                <a:cubicBezTo>
                  <a:pt x="340692" y="158750"/>
                  <a:pt x="327422" y="172021"/>
                  <a:pt x="327422" y="188516"/>
                </a:cubicBezTo>
                <a:lnTo>
                  <a:pt x="327422" y="317500"/>
                </a:lnTo>
                <a:cubicBezTo>
                  <a:pt x="327422" y="325437"/>
                  <a:pt x="330522" y="333003"/>
                  <a:pt x="336104" y="338584"/>
                </a:cubicBezTo>
                <a:lnTo>
                  <a:pt x="425400" y="427881"/>
                </a:lnTo>
                <a:cubicBezTo>
                  <a:pt x="437059" y="439539"/>
                  <a:pt x="455910" y="439539"/>
                  <a:pt x="467444" y="427881"/>
                </a:cubicBezTo>
                <a:cubicBezTo>
                  <a:pt x="478979" y="416223"/>
                  <a:pt x="479103" y="397371"/>
                  <a:pt x="467444" y="385837"/>
                </a:cubicBezTo>
                <a:lnTo>
                  <a:pt x="386829" y="305222"/>
                </a:lnTo>
                <a:lnTo>
                  <a:pt x="386829" y="188516"/>
                </a:lnTo>
                <a:close/>
              </a:path>
            </a:pathLst>
          </a:custGeom>
          <a:solidFill>
            <a:srgbClr val="5B4FCF"/>
          </a:solidFill>
          <a:ln/>
        </p:spPr>
      </p:sp>
      <p:sp>
        <p:nvSpPr>
          <p:cNvPr id="27" name="Text 25"/>
          <p:cNvSpPr/>
          <p:nvPr/>
        </p:nvSpPr>
        <p:spPr>
          <a:xfrm>
            <a:off x="7810500" y="5842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Exchange Tracking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985000" y="6604000"/>
            <a:ext cx="4699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 history of all exchanges. Track active borrows, returns, and past transactions.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2192000" y="5588000"/>
            <a:ext cx="5334000" cy="2921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30" name="Shape 28"/>
          <p:cNvSpPr/>
          <p:nvPr/>
        </p:nvSpPr>
        <p:spPr>
          <a:xfrm>
            <a:off x="12533313" y="5842000"/>
            <a:ext cx="714375" cy="635000"/>
          </a:xfrm>
          <a:custGeom>
            <a:avLst/>
            <a:gdLst/>
            <a:ahLst/>
            <a:cxnLst/>
            <a:rect l="l" t="t" r="r" b="b"/>
            <a:pathLst>
              <a:path w="714375" h="635000">
                <a:moveTo>
                  <a:pt x="383853" y="-23440"/>
                </a:moveTo>
                <a:cubicBezTo>
                  <a:pt x="378768" y="-33362"/>
                  <a:pt x="368474" y="-39687"/>
                  <a:pt x="357312" y="-39687"/>
                </a:cubicBezTo>
                <a:cubicBezTo>
                  <a:pt x="346149" y="-39687"/>
                  <a:pt x="335855" y="-33362"/>
                  <a:pt x="330771" y="-23440"/>
                </a:cubicBezTo>
                <a:lnTo>
                  <a:pt x="239489" y="155401"/>
                </a:lnTo>
                <a:lnTo>
                  <a:pt x="41176" y="186903"/>
                </a:lnTo>
                <a:cubicBezTo>
                  <a:pt x="30138" y="188640"/>
                  <a:pt x="20960" y="196453"/>
                  <a:pt x="17487" y="207119"/>
                </a:cubicBezTo>
                <a:cubicBezTo>
                  <a:pt x="14015" y="217785"/>
                  <a:pt x="16867" y="229443"/>
                  <a:pt x="24681" y="237381"/>
                </a:cubicBezTo>
                <a:lnTo>
                  <a:pt x="166563" y="379388"/>
                </a:lnTo>
                <a:lnTo>
                  <a:pt x="135310" y="577701"/>
                </a:lnTo>
                <a:cubicBezTo>
                  <a:pt x="133573" y="588739"/>
                  <a:pt x="138162" y="599901"/>
                  <a:pt x="147216" y="606475"/>
                </a:cubicBezTo>
                <a:cubicBezTo>
                  <a:pt x="156270" y="613048"/>
                  <a:pt x="168176" y="614040"/>
                  <a:pt x="178222" y="608955"/>
                </a:cubicBezTo>
                <a:lnTo>
                  <a:pt x="357312" y="517922"/>
                </a:lnTo>
                <a:lnTo>
                  <a:pt x="536277" y="608955"/>
                </a:lnTo>
                <a:cubicBezTo>
                  <a:pt x="546199" y="614040"/>
                  <a:pt x="558229" y="613048"/>
                  <a:pt x="567283" y="606475"/>
                </a:cubicBezTo>
                <a:cubicBezTo>
                  <a:pt x="576337" y="599901"/>
                  <a:pt x="580926" y="588863"/>
                  <a:pt x="579189" y="577701"/>
                </a:cubicBezTo>
                <a:lnTo>
                  <a:pt x="547812" y="379388"/>
                </a:lnTo>
                <a:lnTo>
                  <a:pt x="689694" y="237381"/>
                </a:lnTo>
                <a:cubicBezTo>
                  <a:pt x="697632" y="229443"/>
                  <a:pt x="700360" y="217785"/>
                  <a:pt x="696888" y="207119"/>
                </a:cubicBezTo>
                <a:cubicBezTo>
                  <a:pt x="693415" y="196453"/>
                  <a:pt x="684361" y="188640"/>
                  <a:pt x="673199" y="186903"/>
                </a:cubicBezTo>
                <a:lnTo>
                  <a:pt x="475010" y="155401"/>
                </a:lnTo>
                <a:lnTo>
                  <a:pt x="383853" y="-23440"/>
                </a:ln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31" name="Text 29"/>
          <p:cNvSpPr/>
          <p:nvPr/>
        </p:nvSpPr>
        <p:spPr>
          <a:xfrm>
            <a:off x="13398500" y="5842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Rating &amp; Reviews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12573000" y="6604000"/>
            <a:ext cx="4699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Rate and review users after exchanges. Build trust with a community reputation system.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17780000" y="5588000"/>
            <a:ext cx="5588000" cy="2921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00688" y="5842000"/>
            <a:ext cx="555625" cy="635000"/>
          </a:xfrm>
          <a:custGeom>
            <a:avLst/>
            <a:gdLst/>
            <a:ahLst/>
            <a:cxnLst/>
            <a:rect l="l" t="t" r="r" b="b"/>
            <a:pathLst>
              <a:path w="555625" h="635000">
                <a:moveTo>
                  <a:pt x="277813" y="0"/>
                </a:moveTo>
                <a:cubicBezTo>
                  <a:pt x="255860" y="0"/>
                  <a:pt x="238125" y="17735"/>
                  <a:pt x="238125" y="39688"/>
                </a:cubicBezTo>
                <a:lnTo>
                  <a:pt x="238125" y="43656"/>
                </a:lnTo>
                <a:cubicBezTo>
                  <a:pt x="147588" y="62012"/>
                  <a:pt x="79375" y="142131"/>
                  <a:pt x="79375" y="238125"/>
                </a:cubicBezTo>
                <a:lnTo>
                  <a:pt x="79375" y="265038"/>
                </a:lnTo>
                <a:cubicBezTo>
                  <a:pt x="79375" y="324693"/>
                  <a:pt x="59035" y="382612"/>
                  <a:pt x="21828" y="429245"/>
                </a:cubicBezTo>
                <a:lnTo>
                  <a:pt x="9674" y="444376"/>
                </a:lnTo>
                <a:cubicBezTo>
                  <a:pt x="3349" y="452189"/>
                  <a:pt x="0" y="461863"/>
                  <a:pt x="0" y="471909"/>
                </a:cubicBezTo>
                <a:cubicBezTo>
                  <a:pt x="0" y="496218"/>
                  <a:pt x="19720" y="515937"/>
                  <a:pt x="44028" y="515937"/>
                </a:cubicBezTo>
                <a:lnTo>
                  <a:pt x="511473" y="515937"/>
                </a:lnTo>
                <a:cubicBezTo>
                  <a:pt x="535781" y="515937"/>
                  <a:pt x="555501" y="496218"/>
                  <a:pt x="555501" y="471909"/>
                </a:cubicBezTo>
                <a:cubicBezTo>
                  <a:pt x="555501" y="461863"/>
                  <a:pt x="552152" y="452189"/>
                  <a:pt x="545827" y="444376"/>
                </a:cubicBezTo>
                <a:lnTo>
                  <a:pt x="533673" y="429245"/>
                </a:lnTo>
                <a:cubicBezTo>
                  <a:pt x="496590" y="382612"/>
                  <a:pt x="476250" y="324693"/>
                  <a:pt x="476250" y="265038"/>
                </a:cubicBezTo>
                <a:lnTo>
                  <a:pt x="476250" y="238125"/>
                </a:lnTo>
                <a:cubicBezTo>
                  <a:pt x="476250" y="142131"/>
                  <a:pt x="408037" y="62012"/>
                  <a:pt x="317500" y="43656"/>
                </a:cubicBezTo>
                <a:lnTo>
                  <a:pt x="317500" y="39687"/>
                </a:lnTo>
                <a:cubicBezTo>
                  <a:pt x="317500" y="17735"/>
                  <a:pt x="299765" y="0"/>
                  <a:pt x="277813" y="0"/>
                </a:cubicBezTo>
                <a:close/>
                <a:moveTo>
                  <a:pt x="200918" y="575469"/>
                </a:moveTo>
                <a:cubicBezTo>
                  <a:pt x="209724" y="609699"/>
                  <a:pt x="240854" y="635000"/>
                  <a:pt x="277813" y="635000"/>
                </a:cubicBezTo>
                <a:cubicBezTo>
                  <a:pt x="314771" y="635000"/>
                  <a:pt x="345901" y="609699"/>
                  <a:pt x="354707" y="575469"/>
                </a:cubicBezTo>
                <a:lnTo>
                  <a:pt x="200918" y="575469"/>
                </a:lnTo>
                <a:close/>
              </a:path>
            </a:pathLst>
          </a:custGeom>
          <a:solidFill>
            <a:srgbClr val="5B4FCF"/>
          </a:solidFill>
          <a:ln/>
        </p:spPr>
      </p:sp>
      <p:sp>
        <p:nvSpPr>
          <p:cNvPr id="35" name="Text 33"/>
          <p:cNvSpPr/>
          <p:nvPr/>
        </p:nvSpPr>
        <p:spPr>
          <a:xfrm>
            <a:off x="18986500" y="58420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Notifications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18161000" y="6604000"/>
            <a:ext cx="495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Push notifications for borrow requests, return reminders, and community updates.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1016000" y="8890000"/>
            <a:ext cx="22352000" cy="355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rgbClr val="5B4FCF"/>
              </a:gs>
              <a:gs pos="100000">
                <a:srgbClr val="8B7FE8"/>
              </a:gs>
            </a:gsLst>
            <a:lin ang="0" scaled="1"/>
          </a:gradFill>
          <a:ln/>
        </p:spPr>
      </p:sp>
      <p:sp>
        <p:nvSpPr>
          <p:cNvPr id="38" name="Shape 36"/>
          <p:cNvSpPr/>
          <p:nvPr/>
        </p:nvSpPr>
        <p:spPr>
          <a:xfrm>
            <a:off x="1905000" y="9652000"/>
            <a:ext cx="762000" cy="1016000"/>
          </a:xfrm>
          <a:custGeom>
            <a:avLst/>
            <a:gdLst/>
            <a:ahLst/>
            <a:cxnLst/>
            <a:rect l="l" t="t" r="r" b="b"/>
            <a:pathLst>
              <a:path w="762000" h="1016000">
                <a:moveTo>
                  <a:pt x="31750" y="127000"/>
                </a:moveTo>
                <a:cubicBezTo>
                  <a:pt x="31750" y="56952"/>
                  <a:pt x="88702" y="0"/>
                  <a:pt x="158750" y="0"/>
                </a:cubicBezTo>
                <a:lnTo>
                  <a:pt x="603250" y="0"/>
                </a:lnTo>
                <a:cubicBezTo>
                  <a:pt x="673298" y="0"/>
                  <a:pt x="730250" y="56952"/>
                  <a:pt x="730250" y="127000"/>
                </a:cubicBezTo>
                <a:lnTo>
                  <a:pt x="730250" y="889000"/>
                </a:lnTo>
                <a:cubicBezTo>
                  <a:pt x="730250" y="959048"/>
                  <a:pt x="673298" y="1016000"/>
                  <a:pt x="603250" y="1016000"/>
                </a:cubicBezTo>
                <a:lnTo>
                  <a:pt x="158750" y="1016000"/>
                </a:lnTo>
                <a:cubicBezTo>
                  <a:pt x="88702" y="1016000"/>
                  <a:pt x="31750" y="959048"/>
                  <a:pt x="31750" y="889000"/>
                </a:cubicBezTo>
                <a:lnTo>
                  <a:pt x="31750" y="127000"/>
                </a:lnTo>
                <a:close/>
                <a:moveTo>
                  <a:pt x="158750" y="127000"/>
                </a:moveTo>
                <a:lnTo>
                  <a:pt x="158750" y="730250"/>
                </a:lnTo>
                <a:lnTo>
                  <a:pt x="603250" y="730250"/>
                </a:lnTo>
                <a:lnTo>
                  <a:pt x="603250" y="127000"/>
                </a:lnTo>
                <a:lnTo>
                  <a:pt x="158750" y="127000"/>
                </a:lnTo>
                <a:close/>
                <a:moveTo>
                  <a:pt x="381000" y="936625"/>
                </a:moveTo>
                <a:cubicBezTo>
                  <a:pt x="416123" y="936625"/>
                  <a:pt x="444500" y="908248"/>
                  <a:pt x="444500" y="873125"/>
                </a:cubicBezTo>
                <a:cubicBezTo>
                  <a:pt x="444500" y="838002"/>
                  <a:pt x="416123" y="809625"/>
                  <a:pt x="381000" y="809625"/>
                </a:cubicBezTo>
                <a:cubicBezTo>
                  <a:pt x="345877" y="809625"/>
                  <a:pt x="317500" y="838002"/>
                  <a:pt x="317500" y="873125"/>
                </a:cubicBezTo>
                <a:cubicBezTo>
                  <a:pt x="317500" y="908248"/>
                  <a:pt x="345877" y="936625"/>
                  <a:pt x="381000" y="9366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3175000" y="9525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with Flutter + Firebase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175000" y="102235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Cross-platform mobile app with real-time backend, secure authentication, and cloud storage.</a:t>
            </a:r>
            <a:endParaRPr lang="en-US" sz="1800" dirty="0"/>
          </a:p>
        </p:txBody>
      </p:sp>
      <p:pic>
        <p:nvPicPr>
          <p:cNvPr id="41" name="Image 0" descr="https://kimi-img.moonshot.cn/pub/slides/okc/updnukvurpame/mnt/agents/output/toyshare/images/2_Browse_thousands_of_App_UI_Purple.png"/>
          <p:cNvPicPr>
            <a:picLocks noChangeAspect="1"/>
          </p:cNvPicPr>
          <p:nvPr/>
        </p:nvPicPr>
        <p:blipFill>
          <a:blip r:embed="rId3"/>
          <a:srcRect l="10000" r="10000"/>
          <a:stretch/>
        </p:blipFill>
        <p:spPr>
          <a:xfrm>
            <a:off x="13970000" y="9144000"/>
            <a:ext cx="8636000" cy="3048000"/>
          </a:xfrm>
          <a:prstGeom prst="roundRect">
            <a:avLst>
              <a:gd name="adj" fmla="val 6000"/>
            </a:avLst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 flip="none" rotWithShape="1">
          <a:gsLst>
            <a:gs pos="0">
              <a:srgbClr val="EDE9FE"/>
            </a:gs>
            <a:gs pos="50000">
              <a:srgbClr val="F5F3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Architecture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16000" y="15875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Modern Stack for a Modern App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2349500"/>
            <a:ext cx="22352000" cy="0"/>
          </a:xfrm>
          <a:prstGeom prst="straightConnector1">
            <a:avLst/>
          </a:prstGeom>
          <a:noFill/>
          <a:ln w="12700">
            <a:solidFill>
              <a:srgbClr val="D4CCF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rot="5400000">
            <a:off x="1016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1460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1905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8" name="Shape 6"/>
          <p:cNvSpPr/>
          <p:nvPr/>
        </p:nvSpPr>
        <p:spPr>
          <a:xfrm rot="5400000">
            <a:off x="2349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2794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10" name="Shape 8"/>
          <p:cNvSpPr/>
          <p:nvPr/>
        </p:nvSpPr>
        <p:spPr>
          <a:xfrm rot="5400000">
            <a:off x="3238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3302000"/>
            <a:ext cx="6858000" cy="8890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6000" y="3302000"/>
            <a:ext cx="6858000" cy="10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B4FCF"/>
          </a:solidFill>
          <a:ln/>
        </p:spPr>
      </p:sp>
      <p:sp>
        <p:nvSpPr>
          <p:cNvPr id="13" name="Shape 11"/>
          <p:cNvSpPr/>
          <p:nvPr/>
        </p:nvSpPr>
        <p:spPr>
          <a:xfrm>
            <a:off x="3833812" y="3937000"/>
            <a:ext cx="1222375" cy="1397000"/>
          </a:xfrm>
          <a:custGeom>
            <a:avLst/>
            <a:gdLst/>
            <a:ahLst/>
            <a:cxnLst/>
            <a:rect l="l" t="t" r="r" b="b"/>
            <a:pathLst>
              <a:path w="1222375" h="1397000">
                <a:moveTo>
                  <a:pt x="1171897" y="644748"/>
                </a:moveTo>
                <a:lnTo>
                  <a:pt x="795908" y="1020738"/>
                </a:lnTo>
                <a:lnTo>
                  <a:pt x="1171897" y="1397000"/>
                </a:lnTo>
                <a:lnTo>
                  <a:pt x="742156" y="1397000"/>
                </a:lnTo>
                <a:cubicBezTo>
                  <a:pt x="643657" y="1298501"/>
                  <a:pt x="518145" y="1172989"/>
                  <a:pt x="365894" y="1020738"/>
                </a:cubicBezTo>
                <a:lnTo>
                  <a:pt x="742156" y="644748"/>
                </a:lnTo>
                <a:lnTo>
                  <a:pt x="1171897" y="644748"/>
                </a:lnTo>
                <a:close/>
                <a:moveTo>
                  <a:pt x="742156" y="0"/>
                </a:moveTo>
                <a:lnTo>
                  <a:pt x="43656" y="698500"/>
                </a:lnTo>
                <a:lnTo>
                  <a:pt x="258663" y="913507"/>
                </a:lnTo>
                <a:lnTo>
                  <a:pt x="1171897" y="0"/>
                </a:lnTo>
                <a:lnTo>
                  <a:pt x="742156" y="0"/>
                </a:lnTo>
                <a:close/>
              </a:path>
            </a:pathLst>
          </a:custGeom>
          <a:solidFill>
            <a:srgbClr val="5B4FCF"/>
          </a:solidFill>
          <a:ln/>
        </p:spPr>
      </p:sp>
      <p:sp>
        <p:nvSpPr>
          <p:cNvPr id="14" name="Text 12"/>
          <p:cNvSpPr/>
          <p:nvPr/>
        </p:nvSpPr>
        <p:spPr>
          <a:xfrm>
            <a:off x="1397000" y="5715000"/>
            <a:ext cx="609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Flutter Frontend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3048000" y="6477000"/>
            <a:ext cx="2794000" cy="0"/>
          </a:xfrm>
          <a:prstGeom prst="straightConnector1">
            <a:avLst/>
          </a:prstGeom>
          <a:noFill/>
          <a:ln w="50800">
            <a:solidFill>
              <a:srgbClr val="8B7FE8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1524000" y="6858000"/>
            <a:ext cx="584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Cross-platform mobile development with a single codebase. Beautiful, natively compiled apps for iOS and Android with rich widget library and smooth animations.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255000" y="3302000"/>
            <a:ext cx="6858000" cy="8890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55000" y="3302000"/>
            <a:ext cx="6858000" cy="10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8C42"/>
          </a:solidFill>
          <a:ln/>
        </p:spPr>
      </p:sp>
      <p:sp>
        <p:nvSpPr>
          <p:cNvPr id="19" name="Shape 17"/>
          <p:cNvSpPr/>
          <p:nvPr/>
        </p:nvSpPr>
        <p:spPr>
          <a:xfrm>
            <a:off x="11072813" y="3937000"/>
            <a:ext cx="1222375" cy="1397000"/>
          </a:xfrm>
          <a:custGeom>
            <a:avLst/>
            <a:gdLst/>
            <a:ahLst/>
            <a:cxnLst/>
            <a:rect l="l" t="t" r="r" b="b"/>
            <a:pathLst>
              <a:path w="1222375" h="1397000">
                <a:moveTo>
                  <a:pt x="437927" y="-72033"/>
                </a:moveTo>
                <a:cubicBezTo>
                  <a:pt x="463302" y="-93315"/>
                  <a:pt x="500683" y="-92497"/>
                  <a:pt x="524966" y="-69577"/>
                </a:cubicBezTo>
                <a:cubicBezTo>
                  <a:pt x="558527" y="-37926"/>
                  <a:pt x="588541" y="-3001"/>
                  <a:pt x="617463" y="32469"/>
                </a:cubicBezTo>
                <a:cubicBezTo>
                  <a:pt x="654298" y="77490"/>
                  <a:pt x="698500" y="136971"/>
                  <a:pt x="741065" y="207640"/>
                </a:cubicBezTo>
                <a:cubicBezTo>
                  <a:pt x="755253" y="189086"/>
                  <a:pt x="768350" y="172715"/>
                  <a:pt x="779810" y="158800"/>
                </a:cubicBezTo>
                <a:cubicBezTo>
                  <a:pt x="782811" y="155253"/>
                  <a:pt x="785813" y="151433"/>
                  <a:pt x="788814" y="147613"/>
                </a:cubicBezTo>
                <a:cubicBezTo>
                  <a:pt x="810369" y="120873"/>
                  <a:pt x="837109" y="87312"/>
                  <a:pt x="872852" y="87312"/>
                </a:cubicBezTo>
                <a:cubicBezTo>
                  <a:pt x="909414" y="87312"/>
                  <a:pt x="935062" y="119782"/>
                  <a:pt x="956890" y="147613"/>
                </a:cubicBezTo>
                <a:cubicBezTo>
                  <a:pt x="960438" y="152251"/>
                  <a:pt x="963985" y="156617"/>
                  <a:pt x="967532" y="160710"/>
                </a:cubicBezTo>
                <a:cubicBezTo>
                  <a:pt x="995635" y="194543"/>
                  <a:pt x="1033016" y="243384"/>
                  <a:pt x="1070397" y="303684"/>
                </a:cubicBezTo>
                <a:cubicBezTo>
                  <a:pt x="1144612" y="423466"/>
                  <a:pt x="1222102" y="593998"/>
                  <a:pt x="1222102" y="785540"/>
                </a:cubicBezTo>
                <a:cubicBezTo>
                  <a:pt x="1222102" y="1123057"/>
                  <a:pt x="948432" y="1396727"/>
                  <a:pt x="610915" y="1396727"/>
                </a:cubicBezTo>
                <a:cubicBezTo>
                  <a:pt x="273397" y="1396727"/>
                  <a:pt x="0" y="1123330"/>
                  <a:pt x="0" y="785813"/>
                </a:cubicBezTo>
                <a:cubicBezTo>
                  <a:pt x="0" y="537245"/>
                  <a:pt x="112142" y="321965"/>
                  <a:pt x="219646" y="171896"/>
                </a:cubicBezTo>
                <a:cubicBezTo>
                  <a:pt x="273943" y="96317"/>
                  <a:pt x="327968" y="35744"/>
                  <a:pt x="368622" y="-5730"/>
                </a:cubicBezTo>
                <a:cubicBezTo>
                  <a:pt x="390996" y="-28649"/>
                  <a:pt x="413643" y="-51296"/>
                  <a:pt x="438200" y="-71760"/>
                </a:cubicBezTo>
                <a:close/>
                <a:moveTo>
                  <a:pt x="615826" y="1135063"/>
                </a:moveTo>
                <a:cubicBezTo>
                  <a:pt x="684857" y="1135063"/>
                  <a:pt x="745976" y="1115963"/>
                  <a:pt x="803548" y="1077764"/>
                </a:cubicBezTo>
                <a:cubicBezTo>
                  <a:pt x="918418" y="997545"/>
                  <a:pt x="949251" y="837109"/>
                  <a:pt x="880219" y="711051"/>
                </a:cubicBezTo>
                <a:cubicBezTo>
                  <a:pt x="867941" y="686495"/>
                  <a:pt x="836563" y="684857"/>
                  <a:pt x="818828" y="705594"/>
                </a:cubicBezTo>
                <a:lnTo>
                  <a:pt x="750069" y="785540"/>
                </a:lnTo>
                <a:cubicBezTo>
                  <a:pt x="732061" y="806276"/>
                  <a:pt x="699591" y="805731"/>
                  <a:pt x="682675" y="784175"/>
                </a:cubicBezTo>
                <a:cubicBezTo>
                  <a:pt x="635471" y="723875"/>
                  <a:pt x="548704" y="613916"/>
                  <a:pt x="504503" y="557709"/>
                </a:cubicBezTo>
                <a:cubicBezTo>
                  <a:pt x="489769" y="538882"/>
                  <a:pt x="463029" y="535880"/>
                  <a:pt x="445839" y="552524"/>
                </a:cubicBezTo>
                <a:cubicBezTo>
                  <a:pt x="395908" y="601092"/>
                  <a:pt x="305321" y="707504"/>
                  <a:pt x="305321" y="837109"/>
                </a:cubicBezTo>
                <a:cubicBezTo>
                  <a:pt x="305321" y="1024285"/>
                  <a:pt x="443384" y="1135063"/>
                  <a:pt x="615553" y="1135063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20" name="Text 18"/>
          <p:cNvSpPr/>
          <p:nvPr/>
        </p:nvSpPr>
        <p:spPr>
          <a:xfrm>
            <a:off x="8636000" y="5715000"/>
            <a:ext cx="609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Firebase Backend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10287000" y="6477000"/>
            <a:ext cx="2794000" cy="0"/>
          </a:xfrm>
          <a:prstGeom prst="straightConnector1">
            <a:avLst/>
          </a:prstGeom>
          <a:noFill/>
          <a:ln w="50800">
            <a:solidFill>
              <a:srgbClr val="FF8C42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8763000" y="6858000"/>
            <a:ext cx="584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Firestore NoSQL database for real-time data sync. Firebase Auth for secure authentication. Cloud Storage for toy images. Serverless architecture scales automatically.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5494000" y="3302000"/>
            <a:ext cx="7874000" cy="8890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24" name="Shape 22"/>
          <p:cNvSpPr/>
          <p:nvPr/>
        </p:nvSpPr>
        <p:spPr>
          <a:xfrm>
            <a:off x="15494000" y="3302000"/>
            <a:ext cx="7874000" cy="10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B7FE8"/>
          </a:solidFill>
          <a:ln/>
        </p:spPr>
      </p:sp>
      <p:sp>
        <p:nvSpPr>
          <p:cNvPr id="25" name="Shape 23"/>
          <p:cNvSpPr/>
          <p:nvPr/>
        </p:nvSpPr>
        <p:spPr>
          <a:xfrm>
            <a:off x="18732500" y="3937000"/>
            <a:ext cx="1397000" cy="1397000"/>
          </a:xfrm>
          <a:custGeom>
            <a:avLst/>
            <a:gdLst/>
            <a:ahLst/>
            <a:cxnLst/>
            <a:rect l="l" t="t" r="r" b="b"/>
            <a:pathLst>
              <a:path w="1397000" h="1397000">
                <a:moveTo>
                  <a:pt x="634380" y="14188"/>
                </a:moveTo>
                <a:cubicBezTo>
                  <a:pt x="675035" y="-4638"/>
                  <a:pt x="721965" y="-4638"/>
                  <a:pt x="762620" y="14188"/>
                </a:cubicBezTo>
                <a:lnTo>
                  <a:pt x="1359074" y="289768"/>
                </a:lnTo>
                <a:cubicBezTo>
                  <a:pt x="1382266" y="300410"/>
                  <a:pt x="1397000" y="323602"/>
                  <a:pt x="1397000" y="349250"/>
                </a:cubicBezTo>
                <a:cubicBezTo>
                  <a:pt x="1397000" y="374898"/>
                  <a:pt x="1382266" y="398090"/>
                  <a:pt x="1359074" y="408732"/>
                </a:cubicBezTo>
                <a:lnTo>
                  <a:pt x="762620" y="684312"/>
                </a:lnTo>
                <a:cubicBezTo>
                  <a:pt x="721965" y="703138"/>
                  <a:pt x="675035" y="703138"/>
                  <a:pt x="634380" y="684312"/>
                </a:cubicBezTo>
                <a:lnTo>
                  <a:pt x="37926" y="408732"/>
                </a:lnTo>
                <a:cubicBezTo>
                  <a:pt x="14734" y="397818"/>
                  <a:pt x="0" y="374625"/>
                  <a:pt x="0" y="349250"/>
                </a:cubicBezTo>
                <a:cubicBezTo>
                  <a:pt x="0" y="323875"/>
                  <a:pt x="14734" y="300410"/>
                  <a:pt x="37926" y="289768"/>
                </a:cubicBezTo>
                <a:lnTo>
                  <a:pt x="634380" y="14188"/>
                </a:lnTo>
                <a:close/>
                <a:moveTo>
                  <a:pt x="131242" y="595908"/>
                </a:moveTo>
                <a:lnTo>
                  <a:pt x="579537" y="803002"/>
                </a:lnTo>
                <a:cubicBezTo>
                  <a:pt x="655117" y="837927"/>
                  <a:pt x="742156" y="837927"/>
                  <a:pt x="817736" y="803002"/>
                </a:cubicBezTo>
                <a:lnTo>
                  <a:pt x="1266031" y="595908"/>
                </a:lnTo>
                <a:lnTo>
                  <a:pt x="1359074" y="639018"/>
                </a:lnTo>
                <a:cubicBezTo>
                  <a:pt x="1382266" y="649660"/>
                  <a:pt x="1397000" y="672852"/>
                  <a:pt x="1397000" y="698500"/>
                </a:cubicBezTo>
                <a:cubicBezTo>
                  <a:pt x="1397000" y="724148"/>
                  <a:pt x="1382266" y="747340"/>
                  <a:pt x="1359074" y="757982"/>
                </a:cubicBezTo>
                <a:lnTo>
                  <a:pt x="762620" y="1033562"/>
                </a:lnTo>
                <a:cubicBezTo>
                  <a:pt x="721965" y="1052388"/>
                  <a:pt x="675035" y="1052388"/>
                  <a:pt x="634380" y="1033562"/>
                </a:cubicBezTo>
                <a:lnTo>
                  <a:pt x="37926" y="757982"/>
                </a:lnTo>
                <a:cubicBezTo>
                  <a:pt x="14734" y="747068"/>
                  <a:pt x="0" y="723875"/>
                  <a:pt x="0" y="698500"/>
                </a:cubicBezTo>
                <a:cubicBezTo>
                  <a:pt x="0" y="673125"/>
                  <a:pt x="14734" y="649660"/>
                  <a:pt x="37926" y="639018"/>
                </a:cubicBezTo>
                <a:lnTo>
                  <a:pt x="130969" y="595908"/>
                </a:lnTo>
                <a:close/>
                <a:moveTo>
                  <a:pt x="37926" y="988268"/>
                </a:moveTo>
                <a:lnTo>
                  <a:pt x="130969" y="945158"/>
                </a:lnTo>
                <a:lnTo>
                  <a:pt x="579264" y="1152252"/>
                </a:lnTo>
                <a:cubicBezTo>
                  <a:pt x="654844" y="1187177"/>
                  <a:pt x="741883" y="1187177"/>
                  <a:pt x="817463" y="1152252"/>
                </a:cubicBezTo>
                <a:lnTo>
                  <a:pt x="1265758" y="945158"/>
                </a:lnTo>
                <a:lnTo>
                  <a:pt x="1358801" y="988268"/>
                </a:lnTo>
                <a:cubicBezTo>
                  <a:pt x="1381993" y="998910"/>
                  <a:pt x="1396727" y="1022102"/>
                  <a:pt x="1396727" y="1047750"/>
                </a:cubicBezTo>
                <a:cubicBezTo>
                  <a:pt x="1396727" y="1073398"/>
                  <a:pt x="1381993" y="1096590"/>
                  <a:pt x="1358801" y="1107232"/>
                </a:cubicBezTo>
                <a:lnTo>
                  <a:pt x="762347" y="1382812"/>
                </a:lnTo>
                <a:cubicBezTo>
                  <a:pt x="721692" y="1401638"/>
                  <a:pt x="674762" y="1401638"/>
                  <a:pt x="634107" y="1382812"/>
                </a:cubicBezTo>
                <a:lnTo>
                  <a:pt x="37926" y="1107232"/>
                </a:lnTo>
                <a:cubicBezTo>
                  <a:pt x="14734" y="1096318"/>
                  <a:pt x="0" y="1073125"/>
                  <a:pt x="0" y="1047750"/>
                </a:cubicBezTo>
                <a:cubicBezTo>
                  <a:pt x="0" y="1022375"/>
                  <a:pt x="14734" y="998910"/>
                  <a:pt x="37926" y="988268"/>
                </a:cubicBezTo>
                <a:close/>
              </a:path>
            </a:pathLst>
          </a:custGeom>
          <a:solidFill>
            <a:srgbClr val="8B7FE8"/>
          </a:solidFill>
          <a:ln/>
        </p:spPr>
      </p:sp>
      <p:sp>
        <p:nvSpPr>
          <p:cNvPr id="26" name="Text 24"/>
          <p:cNvSpPr/>
          <p:nvPr/>
        </p:nvSpPr>
        <p:spPr>
          <a:xfrm>
            <a:off x="16002000" y="5715000"/>
            <a:ext cx="685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 Management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18034000" y="6477000"/>
            <a:ext cx="2794000" cy="0"/>
          </a:xfrm>
          <a:prstGeom prst="straightConnector1">
            <a:avLst/>
          </a:prstGeom>
          <a:noFill/>
          <a:ln w="50800">
            <a:solidFill>
              <a:srgbClr val="8B7FE8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16002000" y="68580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StreamBuilder for real-time Firestore data binding. Provider pattern for clean state management across the app widget tree. Reactive UI updates.</a:t>
            </a:r>
            <a:endParaRPr lang="en-US" sz="2200"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flip="none" rotWithShape="1">
          <a:gsLst>
            <a:gs pos="0">
              <a:srgbClr val="EDE9FE"/>
            </a:gs>
            <a:gs pos="50000">
              <a:srgbClr val="F5F3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 Screens Walkthrough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16000" y="15875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Launch to Dashboard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2349500"/>
            <a:ext cx="22352000" cy="0"/>
          </a:xfrm>
          <a:prstGeom prst="straightConnector1">
            <a:avLst/>
          </a:prstGeom>
          <a:noFill/>
          <a:ln w="12700">
            <a:solidFill>
              <a:srgbClr val="D4CCF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016000" y="2794000"/>
            <a:ext cx="5334000" cy="9398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6" name="Shape 4"/>
          <p:cNvSpPr/>
          <p:nvPr/>
        </p:nvSpPr>
        <p:spPr>
          <a:xfrm>
            <a:off x="2159000" y="3302000"/>
            <a:ext cx="3048000" cy="5842000"/>
          </a:xfrm>
          <a:prstGeom prst="roundRect">
            <a:avLst>
              <a:gd name="adj" fmla="val 15000"/>
            </a:avLst>
          </a:prstGeom>
          <a:gradFill flip="none" rotWithShape="1">
            <a:gsLst>
              <a:gs pos="0">
                <a:srgbClr val="3D32A8"/>
              </a:gs>
              <a:gs pos="50000">
                <a:srgbClr val="5B4FCF"/>
              </a:gs>
              <a:gs pos="100000">
                <a:srgbClr val="7B6FE8"/>
              </a:gs>
            </a:gsLst>
            <a:lin ang="81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3238500" y="5080000"/>
            <a:ext cx="889000" cy="889000"/>
          </a:xfrm>
          <a:custGeom>
            <a:avLst/>
            <a:gdLst/>
            <a:ahLst/>
            <a:cxnLst/>
            <a:rect l="l" t="t" r="r" b="b"/>
            <a:pathLst>
              <a:path w="889000" h="889000">
                <a:moveTo>
                  <a:pt x="388938" y="0"/>
                </a:moveTo>
                <a:cubicBezTo>
                  <a:pt x="450230" y="0"/>
                  <a:pt x="500063" y="37331"/>
                  <a:pt x="500063" y="83344"/>
                </a:cubicBezTo>
                <a:cubicBezTo>
                  <a:pt x="500063" y="101402"/>
                  <a:pt x="492423" y="118070"/>
                  <a:pt x="479227" y="131787"/>
                </a:cubicBezTo>
                <a:cubicBezTo>
                  <a:pt x="467767" y="143768"/>
                  <a:pt x="458391" y="158353"/>
                  <a:pt x="458391" y="175022"/>
                </a:cubicBezTo>
                <a:cubicBezTo>
                  <a:pt x="458391" y="201067"/>
                  <a:pt x="479574" y="222250"/>
                  <a:pt x="505619" y="222250"/>
                </a:cubicBezTo>
                <a:lnTo>
                  <a:pt x="583406" y="222250"/>
                </a:lnTo>
                <a:cubicBezTo>
                  <a:pt x="629419" y="222250"/>
                  <a:pt x="666750" y="259581"/>
                  <a:pt x="666750" y="305594"/>
                </a:cubicBezTo>
                <a:lnTo>
                  <a:pt x="666750" y="383381"/>
                </a:lnTo>
                <a:cubicBezTo>
                  <a:pt x="666750" y="409426"/>
                  <a:pt x="687933" y="430609"/>
                  <a:pt x="713978" y="430609"/>
                </a:cubicBezTo>
                <a:cubicBezTo>
                  <a:pt x="730473" y="430609"/>
                  <a:pt x="745232" y="421233"/>
                  <a:pt x="757213" y="409773"/>
                </a:cubicBezTo>
                <a:cubicBezTo>
                  <a:pt x="770930" y="396751"/>
                  <a:pt x="787598" y="388938"/>
                  <a:pt x="805656" y="388938"/>
                </a:cubicBezTo>
                <a:cubicBezTo>
                  <a:pt x="851669" y="388938"/>
                  <a:pt x="889000" y="438770"/>
                  <a:pt x="889000" y="500063"/>
                </a:cubicBezTo>
                <a:cubicBezTo>
                  <a:pt x="889000" y="561355"/>
                  <a:pt x="851669" y="611188"/>
                  <a:pt x="805656" y="611188"/>
                </a:cubicBezTo>
                <a:cubicBezTo>
                  <a:pt x="787598" y="611188"/>
                  <a:pt x="770756" y="603548"/>
                  <a:pt x="757213" y="590352"/>
                </a:cubicBezTo>
                <a:cubicBezTo>
                  <a:pt x="745232" y="578892"/>
                  <a:pt x="730647" y="569516"/>
                  <a:pt x="713978" y="569516"/>
                </a:cubicBezTo>
                <a:cubicBezTo>
                  <a:pt x="687933" y="569516"/>
                  <a:pt x="666750" y="590699"/>
                  <a:pt x="666750" y="616744"/>
                </a:cubicBezTo>
                <a:lnTo>
                  <a:pt x="666750" y="805656"/>
                </a:lnTo>
                <a:cubicBezTo>
                  <a:pt x="666750" y="851669"/>
                  <a:pt x="629419" y="889000"/>
                  <a:pt x="583406" y="889000"/>
                </a:cubicBezTo>
                <a:lnTo>
                  <a:pt x="484783" y="889000"/>
                </a:lnTo>
                <a:cubicBezTo>
                  <a:pt x="462558" y="889000"/>
                  <a:pt x="444500" y="870942"/>
                  <a:pt x="444500" y="848717"/>
                </a:cubicBezTo>
                <a:cubicBezTo>
                  <a:pt x="444500" y="832743"/>
                  <a:pt x="454571" y="818679"/>
                  <a:pt x="467420" y="809129"/>
                </a:cubicBezTo>
                <a:cubicBezTo>
                  <a:pt x="487561" y="794023"/>
                  <a:pt x="500063" y="773187"/>
                  <a:pt x="500063" y="750094"/>
                </a:cubicBezTo>
                <a:cubicBezTo>
                  <a:pt x="500063" y="704081"/>
                  <a:pt x="450230" y="666750"/>
                  <a:pt x="388938" y="666750"/>
                </a:cubicBezTo>
                <a:cubicBezTo>
                  <a:pt x="327645" y="666750"/>
                  <a:pt x="277813" y="704081"/>
                  <a:pt x="277813" y="750094"/>
                </a:cubicBezTo>
                <a:cubicBezTo>
                  <a:pt x="277813" y="773187"/>
                  <a:pt x="290314" y="794023"/>
                  <a:pt x="310455" y="809129"/>
                </a:cubicBezTo>
                <a:cubicBezTo>
                  <a:pt x="323304" y="818679"/>
                  <a:pt x="333375" y="832569"/>
                  <a:pt x="333375" y="848717"/>
                </a:cubicBezTo>
                <a:cubicBezTo>
                  <a:pt x="333375" y="870942"/>
                  <a:pt x="315317" y="889000"/>
                  <a:pt x="293092" y="889000"/>
                </a:cubicBezTo>
                <a:lnTo>
                  <a:pt x="83344" y="889000"/>
                </a:lnTo>
                <a:cubicBezTo>
                  <a:pt x="37331" y="889000"/>
                  <a:pt x="0" y="851669"/>
                  <a:pt x="0" y="805656"/>
                </a:cubicBezTo>
                <a:lnTo>
                  <a:pt x="0" y="595908"/>
                </a:lnTo>
                <a:cubicBezTo>
                  <a:pt x="0" y="573683"/>
                  <a:pt x="18058" y="555625"/>
                  <a:pt x="40283" y="555625"/>
                </a:cubicBezTo>
                <a:cubicBezTo>
                  <a:pt x="56257" y="555625"/>
                  <a:pt x="70321" y="565696"/>
                  <a:pt x="79871" y="578545"/>
                </a:cubicBezTo>
                <a:cubicBezTo>
                  <a:pt x="94977" y="598686"/>
                  <a:pt x="115813" y="611188"/>
                  <a:pt x="138906" y="611188"/>
                </a:cubicBezTo>
                <a:cubicBezTo>
                  <a:pt x="184919" y="611188"/>
                  <a:pt x="222250" y="561355"/>
                  <a:pt x="222250" y="500063"/>
                </a:cubicBezTo>
                <a:cubicBezTo>
                  <a:pt x="222250" y="438770"/>
                  <a:pt x="184919" y="388938"/>
                  <a:pt x="138906" y="388938"/>
                </a:cubicBezTo>
                <a:cubicBezTo>
                  <a:pt x="115813" y="388938"/>
                  <a:pt x="94977" y="401439"/>
                  <a:pt x="79871" y="421580"/>
                </a:cubicBezTo>
                <a:cubicBezTo>
                  <a:pt x="70321" y="434429"/>
                  <a:pt x="56431" y="444500"/>
                  <a:pt x="40283" y="444500"/>
                </a:cubicBezTo>
                <a:cubicBezTo>
                  <a:pt x="18058" y="444500"/>
                  <a:pt x="0" y="426442"/>
                  <a:pt x="0" y="404217"/>
                </a:cubicBezTo>
                <a:lnTo>
                  <a:pt x="0" y="305594"/>
                </a:lnTo>
                <a:cubicBezTo>
                  <a:pt x="0" y="259581"/>
                  <a:pt x="37331" y="222250"/>
                  <a:pt x="83344" y="222250"/>
                </a:cubicBezTo>
                <a:lnTo>
                  <a:pt x="272256" y="222250"/>
                </a:lnTo>
                <a:cubicBezTo>
                  <a:pt x="298301" y="222250"/>
                  <a:pt x="319484" y="201067"/>
                  <a:pt x="319484" y="175022"/>
                </a:cubicBezTo>
                <a:cubicBezTo>
                  <a:pt x="319484" y="158527"/>
                  <a:pt x="310108" y="143768"/>
                  <a:pt x="298648" y="131787"/>
                </a:cubicBezTo>
                <a:cubicBezTo>
                  <a:pt x="285626" y="118070"/>
                  <a:pt x="277813" y="101402"/>
                  <a:pt x="277813" y="83344"/>
                </a:cubicBezTo>
                <a:cubicBezTo>
                  <a:pt x="277813" y="37331"/>
                  <a:pt x="327645" y="0"/>
                  <a:pt x="38893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159000" y="952500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Splash Screen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97000" y="101600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Animated logo with rotating taglines and smooth gradient background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604000" y="2794000"/>
            <a:ext cx="5334000" cy="9398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11" name="Shape 9"/>
          <p:cNvSpPr/>
          <p:nvPr/>
        </p:nvSpPr>
        <p:spPr>
          <a:xfrm>
            <a:off x="7747000" y="3302000"/>
            <a:ext cx="3048000" cy="584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D4CC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0938" y="4826000"/>
            <a:ext cx="1000125" cy="889000"/>
          </a:xfrm>
          <a:custGeom>
            <a:avLst/>
            <a:gdLst/>
            <a:ahLst/>
            <a:cxnLst/>
            <a:rect l="l" t="t" r="r" b="b"/>
            <a:pathLst>
              <a:path w="1000125" h="889000">
                <a:moveTo>
                  <a:pt x="388938" y="13891"/>
                </a:moveTo>
                <a:cubicBezTo>
                  <a:pt x="503934" y="13891"/>
                  <a:pt x="597297" y="107253"/>
                  <a:pt x="597297" y="222250"/>
                </a:cubicBezTo>
                <a:cubicBezTo>
                  <a:pt x="597297" y="337247"/>
                  <a:pt x="503934" y="430609"/>
                  <a:pt x="388938" y="430609"/>
                </a:cubicBezTo>
                <a:cubicBezTo>
                  <a:pt x="273941" y="430609"/>
                  <a:pt x="180578" y="337247"/>
                  <a:pt x="180578" y="222250"/>
                </a:cubicBezTo>
                <a:cubicBezTo>
                  <a:pt x="180578" y="107253"/>
                  <a:pt x="273941" y="13891"/>
                  <a:pt x="388937" y="13891"/>
                </a:cubicBezTo>
                <a:close/>
                <a:moveTo>
                  <a:pt x="337369" y="527844"/>
                </a:moveTo>
                <a:lnTo>
                  <a:pt x="440506" y="527844"/>
                </a:lnTo>
                <a:cubicBezTo>
                  <a:pt x="492075" y="527844"/>
                  <a:pt x="540693" y="540519"/>
                  <a:pt x="583406" y="562744"/>
                </a:cubicBezTo>
                <a:lnTo>
                  <a:pt x="583406" y="570210"/>
                </a:lnTo>
                <a:cubicBezTo>
                  <a:pt x="549374" y="600770"/>
                  <a:pt x="527844" y="645046"/>
                  <a:pt x="527844" y="694358"/>
                </a:cubicBezTo>
                <a:lnTo>
                  <a:pt x="527844" y="861045"/>
                </a:lnTo>
                <a:cubicBezTo>
                  <a:pt x="527844" y="870595"/>
                  <a:pt x="528712" y="879971"/>
                  <a:pt x="530101" y="889000"/>
                </a:cubicBezTo>
                <a:lnTo>
                  <a:pt x="79350" y="889000"/>
                </a:lnTo>
                <a:cubicBezTo>
                  <a:pt x="50874" y="889000"/>
                  <a:pt x="27781" y="865907"/>
                  <a:pt x="27781" y="837431"/>
                </a:cubicBezTo>
                <a:cubicBezTo>
                  <a:pt x="27781" y="666403"/>
                  <a:pt x="166340" y="527844"/>
                  <a:pt x="337369" y="527844"/>
                </a:cubicBezTo>
                <a:close/>
                <a:moveTo>
                  <a:pt x="861219" y="528017"/>
                </a:moveTo>
                <a:cubicBezTo>
                  <a:pt x="861219" y="497284"/>
                  <a:pt x="836389" y="472455"/>
                  <a:pt x="805656" y="472455"/>
                </a:cubicBezTo>
                <a:cubicBezTo>
                  <a:pt x="774923" y="472455"/>
                  <a:pt x="750094" y="497284"/>
                  <a:pt x="750094" y="528017"/>
                </a:cubicBezTo>
                <a:lnTo>
                  <a:pt x="750094" y="611188"/>
                </a:lnTo>
                <a:lnTo>
                  <a:pt x="861219" y="611188"/>
                </a:lnTo>
                <a:lnTo>
                  <a:pt x="861219" y="528017"/>
                </a:lnTo>
                <a:close/>
                <a:moveTo>
                  <a:pt x="611188" y="694531"/>
                </a:moveTo>
                <a:cubicBezTo>
                  <a:pt x="611188" y="658242"/>
                  <a:pt x="634454" y="627335"/>
                  <a:pt x="666750" y="615876"/>
                </a:cubicBezTo>
                <a:lnTo>
                  <a:pt x="666750" y="528017"/>
                </a:lnTo>
                <a:cubicBezTo>
                  <a:pt x="666750" y="451272"/>
                  <a:pt x="728911" y="389111"/>
                  <a:pt x="805656" y="389111"/>
                </a:cubicBezTo>
                <a:cubicBezTo>
                  <a:pt x="882402" y="389111"/>
                  <a:pt x="944563" y="451272"/>
                  <a:pt x="944563" y="528017"/>
                </a:cubicBezTo>
                <a:lnTo>
                  <a:pt x="944563" y="615876"/>
                </a:lnTo>
                <a:cubicBezTo>
                  <a:pt x="976858" y="627335"/>
                  <a:pt x="1000125" y="658242"/>
                  <a:pt x="1000125" y="694531"/>
                </a:cubicBezTo>
                <a:lnTo>
                  <a:pt x="1000125" y="861219"/>
                </a:lnTo>
                <a:cubicBezTo>
                  <a:pt x="1000125" y="907231"/>
                  <a:pt x="962794" y="944563"/>
                  <a:pt x="916781" y="944563"/>
                </a:cubicBezTo>
                <a:lnTo>
                  <a:pt x="694531" y="944563"/>
                </a:lnTo>
                <a:cubicBezTo>
                  <a:pt x="648519" y="944563"/>
                  <a:pt x="611188" y="907231"/>
                  <a:pt x="611188" y="861219"/>
                </a:cubicBezTo>
                <a:lnTo>
                  <a:pt x="611188" y="694531"/>
                </a:lnTo>
                <a:close/>
              </a:path>
            </a:pathLst>
          </a:custGeom>
          <a:solidFill>
            <a:srgbClr val="5B4FCF"/>
          </a:solidFill>
          <a:ln/>
        </p:spPr>
      </p:sp>
      <p:sp>
        <p:nvSpPr>
          <p:cNvPr id="13" name="Text 11"/>
          <p:cNvSpPr/>
          <p:nvPr/>
        </p:nvSpPr>
        <p:spPr>
          <a:xfrm>
            <a:off x="7747000" y="952500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 Screen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985000" y="101600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Login and registration with email/password and Firebase Auth integration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2192000" y="2794000"/>
            <a:ext cx="5334000" cy="9398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16" name="Shape 14"/>
          <p:cNvSpPr/>
          <p:nvPr/>
        </p:nvSpPr>
        <p:spPr>
          <a:xfrm>
            <a:off x="13335000" y="3302000"/>
            <a:ext cx="3048000" cy="584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D4CC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70063" y="4826000"/>
            <a:ext cx="777875" cy="889000"/>
          </a:xfrm>
          <a:custGeom>
            <a:avLst/>
            <a:gdLst/>
            <a:ahLst/>
            <a:cxnLst/>
            <a:rect l="l" t="t" r="r" b="b"/>
            <a:pathLst>
              <a:path w="777875" h="889000">
                <a:moveTo>
                  <a:pt x="0" y="166688"/>
                </a:moveTo>
                <a:cubicBezTo>
                  <a:pt x="0" y="135954"/>
                  <a:pt x="24829" y="111125"/>
                  <a:pt x="55563" y="111125"/>
                </a:cubicBezTo>
                <a:lnTo>
                  <a:pt x="722313" y="111125"/>
                </a:lnTo>
                <a:cubicBezTo>
                  <a:pt x="753046" y="111125"/>
                  <a:pt x="777875" y="135954"/>
                  <a:pt x="777875" y="166688"/>
                </a:cubicBezTo>
                <a:cubicBezTo>
                  <a:pt x="777875" y="197421"/>
                  <a:pt x="753046" y="222250"/>
                  <a:pt x="722313" y="222250"/>
                </a:cubicBezTo>
                <a:lnTo>
                  <a:pt x="55563" y="222250"/>
                </a:lnTo>
                <a:cubicBezTo>
                  <a:pt x="24829" y="222250"/>
                  <a:pt x="0" y="197421"/>
                  <a:pt x="0" y="166688"/>
                </a:cubicBezTo>
                <a:close/>
                <a:moveTo>
                  <a:pt x="0" y="444500"/>
                </a:moveTo>
                <a:cubicBezTo>
                  <a:pt x="0" y="413767"/>
                  <a:pt x="24829" y="388938"/>
                  <a:pt x="55563" y="388938"/>
                </a:cubicBezTo>
                <a:lnTo>
                  <a:pt x="722313" y="388938"/>
                </a:lnTo>
                <a:cubicBezTo>
                  <a:pt x="753046" y="388938"/>
                  <a:pt x="777875" y="413767"/>
                  <a:pt x="777875" y="444500"/>
                </a:cubicBezTo>
                <a:cubicBezTo>
                  <a:pt x="777875" y="475233"/>
                  <a:pt x="753046" y="500063"/>
                  <a:pt x="722313" y="500063"/>
                </a:cubicBezTo>
                <a:lnTo>
                  <a:pt x="55563" y="500063"/>
                </a:lnTo>
                <a:cubicBezTo>
                  <a:pt x="24829" y="500063"/>
                  <a:pt x="0" y="475233"/>
                  <a:pt x="0" y="444500"/>
                </a:cubicBezTo>
                <a:close/>
                <a:moveTo>
                  <a:pt x="777875" y="722313"/>
                </a:moveTo>
                <a:cubicBezTo>
                  <a:pt x="777875" y="753046"/>
                  <a:pt x="753046" y="777875"/>
                  <a:pt x="722313" y="777875"/>
                </a:cubicBezTo>
                <a:lnTo>
                  <a:pt x="55563" y="777875"/>
                </a:lnTo>
                <a:cubicBezTo>
                  <a:pt x="24829" y="777875"/>
                  <a:pt x="0" y="753046"/>
                  <a:pt x="0" y="722313"/>
                </a:cubicBezTo>
                <a:cubicBezTo>
                  <a:pt x="0" y="691579"/>
                  <a:pt x="24829" y="666750"/>
                  <a:pt x="55563" y="666750"/>
                </a:cubicBezTo>
                <a:lnTo>
                  <a:pt x="722313" y="666750"/>
                </a:lnTo>
                <a:cubicBezTo>
                  <a:pt x="753046" y="666750"/>
                  <a:pt x="777875" y="691579"/>
                  <a:pt x="777875" y="722313"/>
                </a:cubicBezTo>
                <a:close/>
              </a:path>
            </a:pathLst>
          </a:custGeom>
          <a:solidFill>
            <a:srgbClr val="5B4FCF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0" y="952500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Bottom Navigation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2573000" y="101600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Intuitive shell with Home, Browse, Exchanges, and Activities tabs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7780000" y="2794000"/>
            <a:ext cx="5588000" cy="9398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21" name="Shape 19"/>
          <p:cNvSpPr/>
          <p:nvPr/>
        </p:nvSpPr>
        <p:spPr>
          <a:xfrm>
            <a:off x="18986500" y="3302000"/>
            <a:ext cx="3048000" cy="584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D4CC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066000" y="4826000"/>
            <a:ext cx="889000" cy="889000"/>
          </a:xfrm>
          <a:custGeom>
            <a:avLst/>
            <a:gdLst/>
            <a:ahLst/>
            <a:cxnLst/>
            <a:rect l="l" t="t" r="r" b="b"/>
            <a:pathLst>
              <a:path w="889000" h="889000">
                <a:moveTo>
                  <a:pt x="0" y="444500"/>
                </a:moveTo>
                <a:cubicBezTo>
                  <a:pt x="0" y="199174"/>
                  <a:pt x="199174" y="0"/>
                  <a:pt x="444500" y="0"/>
                </a:cubicBezTo>
                <a:cubicBezTo>
                  <a:pt x="689826" y="0"/>
                  <a:pt x="889000" y="199174"/>
                  <a:pt x="889000" y="444500"/>
                </a:cubicBezTo>
                <a:cubicBezTo>
                  <a:pt x="889000" y="689826"/>
                  <a:pt x="689826" y="889000"/>
                  <a:pt x="444500" y="889000"/>
                </a:cubicBezTo>
                <a:cubicBezTo>
                  <a:pt x="199174" y="889000"/>
                  <a:pt x="0" y="689826"/>
                  <a:pt x="0" y="444500"/>
                </a:cubicBezTo>
                <a:close/>
                <a:moveTo>
                  <a:pt x="500063" y="166688"/>
                </a:moveTo>
                <a:cubicBezTo>
                  <a:pt x="500063" y="136022"/>
                  <a:pt x="475166" y="111125"/>
                  <a:pt x="444500" y="111125"/>
                </a:cubicBezTo>
                <a:cubicBezTo>
                  <a:pt x="413834" y="111125"/>
                  <a:pt x="388938" y="136022"/>
                  <a:pt x="388938" y="166688"/>
                </a:cubicBezTo>
                <a:cubicBezTo>
                  <a:pt x="388938" y="197353"/>
                  <a:pt x="413834" y="222250"/>
                  <a:pt x="444500" y="222250"/>
                </a:cubicBezTo>
                <a:cubicBezTo>
                  <a:pt x="475166" y="222250"/>
                  <a:pt x="500063" y="197353"/>
                  <a:pt x="500063" y="166688"/>
                </a:cubicBezTo>
                <a:close/>
                <a:moveTo>
                  <a:pt x="444500" y="722313"/>
                </a:moveTo>
                <a:cubicBezTo>
                  <a:pt x="505792" y="722313"/>
                  <a:pt x="555625" y="672480"/>
                  <a:pt x="555625" y="611188"/>
                </a:cubicBezTo>
                <a:cubicBezTo>
                  <a:pt x="555625" y="583059"/>
                  <a:pt x="545207" y="557188"/>
                  <a:pt x="527844" y="537741"/>
                </a:cubicBezTo>
                <a:lnTo>
                  <a:pt x="648519" y="296565"/>
                </a:lnTo>
                <a:cubicBezTo>
                  <a:pt x="658763" y="275903"/>
                  <a:pt x="650429" y="250899"/>
                  <a:pt x="629940" y="240655"/>
                </a:cubicBezTo>
                <a:cubicBezTo>
                  <a:pt x="609451" y="230411"/>
                  <a:pt x="584274" y="238745"/>
                  <a:pt x="574030" y="259234"/>
                </a:cubicBezTo>
                <a:lnTo>
                  <a:pt x="453355" y="500410"/>
                </a:lnTo>
                <a:cubicBezTo>
                  <a:pt x="450404" y="500236"/>
                  <a:pt x="447452" y="500063"/>
                  <a:pt x="444500" y="500063"/>
                </a:cubicBezTo>
                <a:cubicBezTo>
                  <a:pt x="383208" y="500063"/>
                  <a:pt x="333375" y="549895"/>
                  <a:pt x="333375" y="611188"/>
                </a:cubicBezTo>
                <a:cubicBezTo>
                  <a:pt x="333375" y="672480"/>
                  <a:pt x="383208" y="722313"/>
                  <a:pt x="444500" y="722313"/>
                </a:cubicBezTo>
                <a:close/>
                <a:moveTo>
                  <a:pt x="305594" y="250031"/>
                </a:moveTo>
                <a:cubicBezTo>
                  <a:pt x="305594" y="219365"/>
                  <a:pt x="280697" y="194469"/>
                  <a:pt x="250031" y="194469"/>
                </a:cubicBezTo>
                <a:cubicBezTo>
                  <a:pt x="219365" y="194469"/>
                  <a:pt x="194469" y="219365"/>
                  <a:pt x="194469" y="250031"/>
                </a:cubicBezTo>
                <a:cubicBezTo>
                  <a:pt x="194469" y="280697"/>
                  <a:pt x="219365" y="305594"/>
                  <a:pt x="250031" y="305594"/>
                </a:cubicBezTo>
                <a:cubicBezTo>
                  <a:pt x="280697" y="305594"/>
                  <a:pt x="305594" y="280697"/>
                  <a:pt x="305594" y="250031"/>
                </a:cubicBezTo>
                <a:close/>
                <a:moveTo>
                  <a:pt x="166688" y="500063"/>
                </a:moveTo>
                <a:cubicBezTo>
                  <a:pt x="197353" y="500063"/>
                  <a:pt x="222250" y="475166"/>
                  <a:pt x="222250" y="444500"/>
                </a:cubicBezTo>
                <a:cubicBezTo>
                  <a:pt x="222250" y="413834"/>
                  <a:pt x="197353" y="388938"/>
                  <a:pt x="166688" y="388938"/>
                </a:cubicBezTo>
                <a:cubicBezTo>
                  <a:pt x="136022" y="388938"/>
                  <a:pt x="111125" y="413834"/>
                  <a:pt x="111125" y="444500"/>
                </a:cubicBezTo>
                <a:cubicBezTo>
                  <a:pt x="111125" y="475166"/>
                  <a:pt x="136022" y="500063"/>
                  <a:pt x="166688" y="500063"/>
                </a:cubicBezTo>
                <a:close/>
                <a:moveTo>
                  <a:pt x="777875" y="444500"/>
                </a:moveTo>
                <a:cubicBezTo>
                  <a:pt x="777875" y="413834"/>
                  <a:pt x="752978" y="388938"/>
                  <a:pt x="722313" y="388938"/>
                </a:cubicBezTo>
                <a:cubicBezTo>
                  <a:pt x="691647" y="388938"/>
                  <a:pt x="666750" y="413834"/>
                  <a:pt x="666750" y="444500"/>
                </a:cubicBezTo>
                <a:cubicBezTo>
                  <a:pt x="666750" y="475166"/>
                  <a:pt x="691647" y="500063"/>
                  <a:pt x="722313" y="500063"/>
                </a:cubicBezTo>
                <a:cubicBezTo>
                  <a:pt x="752978" y="500063"/>
                  <a:pt x="777875" y="475166"/>
                  <a:pt x="777875" y="444500"/>
                </a:cubicBezTo>
                <a:close/>
              </a:path>
            </a:pathLst>
          </a:custGeom>
          <a:solidFill>
            <a:srgbClr val="5B4FCF"/>
          </a:solidFill>
          <a:ln/>
        </p:spPr>
      </p:sp>
      <p:sp>
        <p:nvSpPr>
          <p:cNvPr id="23" name="Text 21"/>
          <p:cNvSpPr/>
          <p:nvPr/>
        </p:nvSpPr>
        <p:spPr>
          <a:xfrm>
            <a:off x="18986500" y="952500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 Dashboard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8224500" y="10160000"/>
            <a:ext cx="482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Stats overview, quick actions, and personalized recommendations</a:t>
            </a:r>
            <a:endParaRPr lang="en-US" sz="2200"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gradFill flip="none" rotWithShape="1">
          <a:gsLst>
            <a:gs pos="0">
              <a:srgbClr val="EDE9FE"/>
            </a:gs>
            <a:gs pos="50000">
              <a:srgbClr val="F5F3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Screens (Part 1)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16000" y="15875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Toy Management &amp; Discovery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2349500"/>
            <a:ext cx="22352000" cy="0"/>
          </a:xfrm>
          <a:prstGeom prst="straightConnector1">
            <a:avLst/>
          </a:prstGeom>
          <a:noFill/>
          <a:ln w="12700">
            <a:solidFill>
              <a:srgbClr val="D4CCF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rot="5400000">
            <a:off x="1016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1460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1905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8" name="Shape 6"/>
          <p:cNvSpPr/>
          <p:nvPr/>
        </p:nvSpPr>
        <p:spPr>
          <a:xfrm rot="5400000">
            <a:off x="2349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2794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10" name="Shape 8"/>
          <p:cNvSpPr/>
          <p:nvPr/>
        </p:nvSpPr>
        <p:spPr>
          <a:xfrm rot="5400000">
            <a:off x="3238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3429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b="1" dirty="0">
                <a:solidFill>
                  <a:srgbClr val="5B4FC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59000" y="3810000"/>
            <a:ext cx="635000" cy="0"/>
          </a:xfrm>
          <a:prstGeom prst="straightConnector1">
            <a:avLst/>
          </a:prstGeom>
          <a:noFill/>
          <a:ln w="50800">
            <a:solidFill>
              <a:srgbClr val="8B7FE8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3048000" y="3429000"/>
            <a:ext cx="381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 Toys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048000" y="4127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 your toy inventory — list new toys, edit details, update availability status, and remove listings. Each toy card shows photo, name, condition, and current status.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1590000" y="3429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422672" y="-1935"/>
                </a:moveTo>
                <a:cubicBezTo>
                  <a:pt x="396925" y="-16818"/>
                  <a:pt x="365075" y="-16818"/>
                  <a:pt x="339328" y="-1935"/>
                </a:cubicBezTo>
                <a:lnTo>
                  <a:pt x="214015" y="70396"/>
                </a:lnTo>
                <a:cubicBezTo>
                  <a:pt x="188268" y="85279"/>
                  <a:pt x="172343" y="112812"/>
                  <a:pt x="172343" y="142577"/>
                </a:cubicBezTo>
                <a:lnTo>
                  <a:pt x="172343" y="294233"/>
                </a:lnTo>
                <a:lnTo>
                  <a:pt x="40928" y="370136"/>
                </a:lnTo>
                <a:cubicBezTo>
                  <a:pt x="15180" y="385018"/>
                  <a:pt x="-744" y="412552"/>
                  <a:pt x="-744" y="442317"/>
                </a:cubicBezTo>
                <a:lnTo>
                  <a:pt x="-744" y="587127"/>
                </a:lnTo>
                <a:cubicBezTo>
                  <a:pt x="-744" y="616893"/>
                  <a:pt x="15180" y="644426"/>
                  <a:pt x="40928" y="659309"/>
                </a:cubicBezTo>
                <a:lnTo>
                  <a:pt x="166390" y="731639"/>
                </a:lnTo>
                <a:cubicBezTo>
                  <a:pt x="192137" y="746522"/>
                  <a:pt x="223986" y="746522"/>
                  <a:pt x="249734" y="731639"/>
                </a:cubicBezTo>
                <a:lnTo>
                  <a:pt x="381149" y="655737"/>
                </a:lnTo>
                <a:lnTo>
                  <a:pt x="512564" y="731639"/>
                </a:lnTo>
                <a:cubicBezTo>
                  <a:pt x="538311" y="746522"/>
                  <a:pt x="570161" y="746522"/>
                  <a:pt x="595908" y="731639"/>
                </a:cubicBezTo>
                <a:lnTo>
                  <a:pt x="721072" y="659309"/>
                </a:lnTo>
                <a:cubicBezTo>
                  <a:pt x="746820" y="644426"/>
                  <a:pt x="762744" y="616893"/>
                  <a:pt x="762744" y="587127"/>
                </a:cubicBezTo>
                <a:lnTo>
                  <a:pt x="762744" y="442317"/>
                </a:lnTo>
                <a:cubicBezTo>
                  <a:pt x="762744" y="412552"/>
                  <a:pt x="746820" y="385018"/>
                  <a:pt x="721072" y="370136"/>
                </a:cubicBezTo>
                <a:lnTo>
                  <a:pt x="589657" y="294233"/>
                </a:lnTo>
                <a:lnTo>
                  <a:pt x="589657" y="142577"/>
                </a:lnTo>
                <a:cubicBezTo>
                  <a:pt x="589657" y="112812"/>
                  <a:pt x="573732" y="85279"/>
                  <a:pt x="547985" y="70396"/>
                </a:cubicBezTo>
                <a:lnTo>
                  <a:pt x="422672" y="-1935"/>
                </a:lnTo>
                <a:close/>
                <a:moveTo>
                  <a:pt x="345281" y="435471"/>
                </a:moveTo>
                <a:lnTo>
                  <a:pt x="345281" y="593973"/>
                </a:lnTo>
                <a:lnTo>
                  <a:pt x="213866" y="669875"/>
                </a:lnTo>
                <a:cubicBezTo>
                  <a:pt x="212080" y="670917"/>
                  <a:pt x="209996" y="671513"/>
                  <a:pt x="207913" y="671513"/>
                </a:cubicBezTo>
                <a:lnTo>
                  <a:pt x="207913" y="514796"/>
                </a:lnTo>
                <a:lnTo>
                  <a:pt x="345281" y="435471"/>
                </a:lnTo>
                <a:close/>
                <a:moveTo>
                  <a:pt x="689670" y="436364"/>
                </a:moveTo>
                <a:cubicBezTo>
                  <a:pt x="690711" y="438150"/>
                  <a:pt x="691307" y="440234"/>
                  <a:pt x="691307" y="442317"/>
                </a:cubicBezTo>
                <a:lnTo>
                  <a:pt x="691307" y="587127"/>
                </a:lnTo>
                <a:cubicBezTo>
                  <a:pt x="691307" y="591443"/>
                  <a:pt x="689074" y="595313"/>
                  <a:pt x="685354" y="597396"/>
                </a:cubicBezTo>
                <a:lnTo>
                  <a:pt x="559891" y="669727"/>
                </a:lnTo>
                <a:cubicBezTo>
                  <a:pt x="558105" y="670768"/>
                  <a:pt x="556022" y="671364"/>
                  <a:pt x="553938" y="671364"/>
                </a:cubicBezTo>
                <a:lnTo>
                  <a:pt x="553938" y="514648"/>
                </a:lnTo>
                <a:lnTo>
                  <a:pt x="689670" y="436364"/>
                </a:lnTo>
                <a:close/>
                <a:moveTo>
                  <a:pt x="518368" y="142577"/>
                </a:moveTo>
                <a:lnTo>
                  <a:pt x="518368" y="294233"/>
                </a:lnTo>
                <a:lnTo>
                  <a:pt x="381000" y="373559"/>
                </a:lnTo>
                <a:lnTo>
                  <a:pt x="381000" y="215057"/>
                </a:lnTo>
                <a:lnTo>
                  <a:pt x="516731" y="136773"/>
                </a:lnTo>
                <a:cubicBezTo>
                  <a:pt x="517773" y="138559"/>
                  <a:pt x="518368" y="140643"/>
                  <a:pt x="518368" y="142726"/>
                </a:cubicBezTo>
                <a:close/>
              </a:path>
            </a:pathLst>
          </a:custGeom>
          <a:solidFill>
            <a:srgbClr val="D4CCF9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5588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b="1" dirty="0">
                <a:solidFill>
                  <a:srgbClr val="5B4FC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159000" y="5969000"/>
            <a:ext cx="635000" cy="0"/>
          </a:xfrm>
          <a:prstGeom prst="straightConnector1">
            <a:avLst/>
          </a:prstGeom>
          <a:noFill/>
          <a:ln w="50800">
            <a:solidFill>
              <a:srgbClr val="8B7FE8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3048000" y="5588000"/>
            <a:ext cx="381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Browse Toys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048000" y="6286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 and filter the community toy library. Filter by exchange type (lending vs donation), category, age group, condition, and distance. One-tap request to borrow.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21590000" y="5588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619125" y="309563"/>
                </a:moveTo>
                <a:cubicBezTo>
                  <a:pt x="619125" y="377875"/>
                  <a:pt x="596950" y="440978"/>
                  <a:pt x="559594" y="492175"/>
                </a:cubicBezTo>
                <a:lnTo>
                  <a:pt x="748010" y="680740"/>
                </a:lnTo>
                <a:cubicBezTo>
                  <a:pt x="766614" y="699343"/>
                  <a:pt x="766614" y="729555"/>
                  <a:pt x="748010" y="748159"/>
                </a:cubicBezTo>
                <a:cubicBezTo>
                  <a:pt x="729407" y="766763"/>
                  <a:pt x="699195" y="766763"/>
                  <a:pt x="680591" y="748159"/>
                </a:cubicBezTo>
                <a:lnTo>
                  <a:pt x="492175" y="559594"/>
                </a:lnTo>
                <a:cubicBezTo>
                  <a:pt x="440978" y="596950"/>
                  <a:pt x="377875" y="619125"/>
                  <a:pt x="309563" y="619125"/>
                </a:cubicBezTo>
                <a:cubicBezTo>
                  <a:pt x="138559" y="619125"/>
                  <a:pt x="0" y="480566"/>
                  <a:pt x="0" y="309563"/>
                </a:cubicBezTo>
                <a:cubicBezTo>
                  <a:pt x="0" y="138559"/>
                  <a:pt x="138559" y="0"/>
                  <a:pt x="309563" y="0"/>
                </a:cubicBezTo>
                <a:cubicBezTo>
                  <a:pt x="480566" y="0"/>
                  <a:pt x="619125" y="138559"/>
                  <a:pt x="619125" y="309563"/>
                </a:cubicBezTo>
                <a:close/>
                <a:moveTo>
                  <a:pt x="309563" y="523875"/>
                </a:moveTo>
                <a:cubicBezTo>
                  <a:pt x="427845" y="523875"/>
                  <a:pt x="523875" y="427845"/>
                  <a:pt x="523875" y="309563"/>
                </a:cubicBezTo>
                <a:cubicBezTo>
                  <a:pt x="523875" y="191280"/>
                  <a:pt x="427845" y="95250"/>
                  <a:pt x="309563" y="95250"/>
                </a:cubicBezTo>
                <a:cubicBezTo>
                  <a:pt x="191280" y="95250"/>
                  <a:pt x="95250" y="191280"/>
                  <a:pt x="95250" y="309562"/>
                </a:cubicBezTo>
                <a:cubicBezTo>
                  <a:pt x="95250" y="427845"/>
                  <a:pt x="191280" y="523875"/>
                  <a:pt x="309562" y="523875"/>
                </a:cubicBezTo>
                <a:close/>
              </a:path>
            </a:pathLst>
          </a:custGeom>
          <a:solidFill>
            <a:srgbClr val="D4CCF9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7747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b="1" dirty="0">
                <a:solidFill>
                  <a:srgbClr val="5B4FC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159000" y="8128000"/>
            <a:ext cx="635000" cy="0"/>
          </a:xfrm>
          <a:prstGeom prst="straightConnector1">
            <a:avLst/>
          </a:prstGeom>
          <a:noFill/>
          <a:ln w="50800">
            <a:solidFill>
              <a:srgbClr val="8B7FE8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3048000" y="7747000"/>
            <a:ext cx="381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Toy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048000" y="8445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Multi-step form to list a new toy: upload photos, set name and description, select condition and age group, choose lending type, and set optional fee.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21590000" y="7747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762000"/>
                </a:moveTo>
                <a:cubicBezTo>
                  <a:pt x="591280" y="762000"/>
                  <a:pt x="762000" y="591280"/>
                  <a:pt x="762000" y="381000"/>
                </a:cubicBezTo>
                <a:cubicBezTo>
                  <a:pt x="762000" y="170720"/>
                  <a:pt x="591280" y="0"/>
                  <a:pt x="381000" y="0"/>
                </a:cubicBezTo>
                <a:cubicBezTo>
                  <a:pt x="170720" y="0"/>
                  <a:pt x="0" y="170720"/>
                  <a:pt x="0" y="381000"/>
                </a:cubicBezTo>
                <a:cubicBezTo>
                  <a:pt x="0" y="591280"/>
                  <a:pt x="170720" y="762000"/>
                  <a:pt x="381000" y="762000"/>
                </a:cubicBezTo>
                <a:close/>
                <a:moveTo>
                  <a:pt x="345281" y="511969"/>
                </a:moveTo>
                <a:lnTo>
                  <a:pt x="345281" y="416719"/>
                </a:lnTo>
                <a:lnTo>
                  <a:pt x="250031" y="416719"/>
                </a:lnTo>
                <a:cubicBezTo>
                  <a:pt x="230237" y="416719"/>
                  <a:pt x="214313" y="400794"/>
                  <a:pt x="214313" y="381000"/>
                </a:cubicBezTo>
                <a:cubicBezTo>
                  <a:pt x="214313" y="361206"/>
                  <a:pt x="230237" y="345281"/>
                  <a:pt x="250031" y="345281"/>
                </a:cubicBezTo>
                <a:lnTo>
                  <a:pt x="345281" y="345281"/>
                </a:lnTo>
                <a:lnTo>
                  <a:pt x="345281" y="250031"/>
                </a:lnTo>
                <a:cubicBezTo>
                  <a:pt x="345281" y="230237"/>
                  <a:pt x="361206" y="214313"/>
                  <a:pt x="381000" y="214313"/>
                </a:cubicBezTo>
                <a:cubicBezTo>
                  <a:pt x="400794" y="214313"/>
                  <a:pt x="416719" y="230237"/>
                  <a:pt x="416719" y="250031"/>
                </a:cubicBezTo>
                <a:lnTo>
                  <a:pt x="416719" y="345281"/>
                </a:lnTo>
                <a:lnTo>
                  <a:pt x="511969" y="345281"/>
                </a:lnTo>
                <a:cubicBezTo>
                  <a:pt x="531763" y="345281"/>
                  <a:pt x="547687" y="361206"/>
                  <a:pt x="547687" y="381000"/>
                </a:cubicBezTo>
                <a:cubicBezTo>
                  <a:pt x="547687" y="400794"/>
                  <a:pt x="531763" y="416719"/>
                  <a:pt x="511969" y="416719"/>
                </a:cubicBezTo>
                <a:lnTo>
                  <a:pt x="416719" y="416719"/>
                </a:lnTo>
                <a:lnTo>
                  <a:pt x="416719" y="511969"/>
                </a:lnTo>
                <a:cubicBezTo>
                  <a:pt x="416719" y="531763"/>
                  <a:pt x="400794" y="547687"/>
                  <a:pt x="381000" y="547687"/>
                </a:cubicBezTo>
                <a:cubicBezTo>
                  <a:pt x="361206" y="547687"/>
                  <a:pt x="345281" y="531763"/>
                  <a:pt x="345281" y="511969"/>
                </a:cubicBezTo>
                <a:close/>
              </a:path>
            </a:pathLst>
          </a:custGeom>
          <a:solidFill>
            <a:srgbClr val="D4CCF9"/>
          </a:solidFill>
          <a:ln/>
        </p:spPr>
      </p:sp>
      <p:pic>
        <p:nvPicPr>
          <p:cNvPr id="26" name="Image 0" descr="https://kimi-img.moonshot.cn/pub/slides/okc/updnukvurpame/mnt/agents/output/toyshare/images/3_Happy_kids_playing_with_toys_together.png"/>
          <p:cNvPicPr>
            <a:picLocks noChangeAspect="1"/>
          </p:cNvPicPr>
          <p:nvPr/>
        </p:nvPicPr>
        <p:blipFill>
          <a:blip r:embed="rId3"/>
          <a:srcRect l="746" r="746"/>
          <a:stretch/>
        </p:blipFill>
        <p:spPr>
          <a:xfrm>
            <a:off x="12700000" y="3429000"/>
            <a:ext cx="8382000" cy="8509000"/>
          </a:xfrm>
          <a:prstGeom prst="roundRect">
            <a:avLst>
              <a:gd name="adj" fmla="val 8000"/>
            </a:avLst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 flip="none" rotWithShape="1">
          <a:gsLst>
            <a:gs pos="0">
              <a:srgbClr val="EDE9FE"/>
            </a:gs>
            <a:gs pos="50000">
              <a:srgbClr val="F5F3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Screens (Part 2)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16000" y="15875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Exchanges, Chat &amp; Verification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2349500"/>
            <a:ext cx="22352000" cy="0"/>
          </a:xfrm>
          <a:prstGeom prst="straightConnector1">
            <a:avLst/>
          </a:prstGeom>
          <a:noFill/>
          <a:ln w="12700">
            <a:solidFill>
              <a:srgbClr val="D4CCF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rot="5400000">
            <a:off x="1016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1460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1905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8" name="Shape 6"/>
          <p:cNvSpPr/>
          <p:nvPr/>
        </p:nvSpPr>
        <p:spPr>
          <a:xfrm rot="5400000">
            <a:off x="2349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2794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10" name="Shape 8"/>
          <p:cNvSpPr/>
          <p:nvPr/>
        </p:nvSpPr>
        <p:spPr>
          <a:xfrm rot="5400000">
            <a:off x="3238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3429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b="1" dirty="0">
                <a:solidFill>
                  <a:srgbClr val="5B4FC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59000" y="3810000"/>
            <a:ext cx="635000" cy="0"/>
          </a:xfrm>
          <a:prstGeom prst="straightConnector1">
            <a:avLst/>
          </a:prstGeom>
          <a:noFill/>
          <a:ln w="50800">
            <a:solidFill>
              <a:srgbClr val="8B7FE8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3048000" y="3429000"/>
            <a:ext cx="444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 Exchanges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048000" y="4127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 all your active and completed exchanges in one place. View status, due dates, and borrower/owner details. Manage returns and confirm receipts.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1590000" y="3429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714524" y="285750"/>
                </a:moveTo>
                <a:lnTo>
                  <a:pt x="726281" y="285750"/>
                </a:lnTo>
                <a:cubicBezTo>
                  <a:pt x="746075" y="285750"/>
                  <a:pt x="762000" y="269825"/>
                  <a:pt x="762000" y="250031"/>
                </a:cubicBezTo>
                <a:lnTo>
                  <a:pt x="762000" y="35719"/>
                </a:lnTo>
                <a:cubicBezTo>
                  <a:pt x="762000" y="21282"/>
                  <a:pt x="753368" y="8186"/>
                  <a:pt x="739973" y="2679"/>
                </a:cubicBezTo>
                <a:cubicBezTo>
                  <a:pt x="726579" y="-2828"/>
                  <a:pt x="711250" y="298"/>
                  <a:pt x="700980" y="10418"/>
                </a:cubicBezTo>
                <a:lnTo>
                  <a:pt x="624036" y="87511"/>
                </a:lnTo>
                <a:cubicBezTo>
                  <a:pt x="558105" y="32891"/>
                  <a:pt x="473273" y="0"/>
                  <a:pt x="381000" y="0"/>
                </a:cubicBezTo>
                <a:cubicBezTo>
                  <a:pt x="189012" y="0"/>
                  <a:pt x="30212" y="141982"/>
                  <a:pt x="3870" y="326678"/>
                </a:cubicBezTo>
                <a:cubicBezTo>
                  <a:pt x="149" y="352723"/>
                  <a:pt x="18157" y="376833"/>
                  <a:pt x="44202" y="380554"/>
                </a:cubicBezTo>
                <a:cubicBezTo>
                  <a:pt x="70247" y="384274"/>
                  <a:pt x="94357" y="366117"/>
                  <a:pt x="98078" y="340221"/>
                </a:cubicBezTo>
                <a:cubicBezTo>
                  <a:pt x="117872" y="201662"/>
                  <a:pt x="237083" y="95250"/>
                  <a:pt x="381000" y="95250"/>
                </a:cubicBezTo>
                <a:cubicBezTo>
                  <a:pt x="447080" y="95250"/>
                  <a:pt x="507802" y="117574"/>
                  <a:pt x="556171" y="155228"/>
                </a:cubicBezTo>
                <a:lnTo>
                  <a:pt x="486668" y="224730"/>
                </a:lnTo>
                <a:cubicBezTo>
                  <a:pt x="476399" y="235000"/>
                  <a:pt x="473422" y="250329"/>
                  <a:pt x="478929" y="263723"/>
                </a:cubicBezTo>
                <a:cubicBezTo>
                  <a:pt x="484436" y="277118"/>
                  <a:pt x="497532" y="285750"/>
                  <a:pt x="511969" y="285750"/>
                </a:cubicBezTo>
                <a:lnTo>
                  <a:pt x="714524" y="285750"/>
                </a:lnTo>
                <a:close/>
                <a:moveTo>
                  <a:pt x="758279" y="435322"/>
                </a:moveTo>
                <a:cubicBezTo>
                  <a:pt x="762000" y="409277"/>
                  <a:pt x="743843" y="385167"/>
                  <a:pt x="717947" y="381446"/>
                </a:cubicBezTo>
                <a:cubicBezTo>
                  <a:pt x="692051" y="377726"/>
                  <a:pt x="667792" y="395883"/>
                  <a:pt x="664071" y="421779"/>
                </a:cubicBezTo>
                <a:cubicBezTo>
                  <a:pt x="644277" y="560189"/>
                  <a:pt x="525066" y="666601"/>
                  <a:pt x="381149" y="666601"/>
                </a:cubicBezTo>
                <a:cubicBezTo>
                  <a:pt x="315069" y="666601"/>
                  <a:pt x="254347" y="644277"/>
                  <a:pt x="205978" y="606623"/>
                </a:cubicBezTo>
                <a:lnTo>
                  <a:pt x="275332" y="537270"/>
                </a:lnTo>
                <a:cubicBezTo>
                  <a:pt x="285601" y="527000"/>
                  <a:pt x="288578" y="511671"/>
                  <a:pt x="283071" y="498277"/>
                </a:cubicBezTo>
                <a:cubicBezTo>
                  <a:pt x="277564" y="484882"/>
                  <a:pt x="264468" y="476250"/>
                  <a:pt x="250031" y="476250"/>
                </a:cubicBezTo>
                <a:lnTo>
                  <a:pt x="35719" y="476250"/>
                </a:lnTo>
                <a:cubicBezTo>
                  <a:pt x="15925" y="476250"/>
                  <a:pt x="0" y="492175"/>
                  <a:pt x="0" y="511969"/>
                </a:cubicBezTo>
                <a:lnTo>
                  <a:pt x="0" y="726281"/>
                </a:lnTo>
                <a:cubicBezTo>
                  <a:pt x="0" y="740718"/>
                  <a:pt x="8632" y="753814"/>
                  <a:pt x="22027" y="759321"/>
                </a:cubicBezTo>
                <a:cubicBezTo>
                  <a:pt x="35421" y="764828"/>
                  <a:pt x="50750" y="761702"/>
                  <a:pt x="61020" y="751582"/>
                </a:cubicBezTo>
                <a:lnTo>
                  <a:pt x="138113" y="674489"/>
                </a:lnTo>
                <a:cubicBezTo>
                  <a:pt x="203895" y="729109"/>
                  <a:pt x="288727" y="762000"/>
                  <a:pt x="381000" y="762000"/>
                </a:cubicBezTo>
                <a:cubicBezTo>
                  <a:pt x="572988" y="762000"/>
                  <a:pt x="731788" y="620018"/>
                  <a:pt x="758130" y="435322"/>
                </a:cubicBezTo>
                <a:close/>
              </a:path>
            </a:pathLst>
          </a:custGeom>
          <a:solidFill>
            <a:srgbClr val="D4CCF9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5588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b="1" dirty="0">
                <a:solidFill>
                  <a:srgbClr val="5B4FC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159000" y="5969000"/>
            <a:ext cx="635000" cy="0"/>
          </a:xfrm>
          <a:prstGeom prst="straightConnector1">
            <a:avLst/>
          </a:prstGeom>
          <a:noFill/>
          <a:ln w="50800">
            <a:solidFill>
              <a:srgbClr val="8B7FE8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3048000" y="5588000"/>
            <a:ext cx="444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Chat System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048000" y="6286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messaging tied to each exchange. Coordinate pickup times, ask questions about toys, and build trust with the community through direct communication.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21590000" y="5588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714375"/>
                </a:moveTo>
                <a:cubicBezTo>
                  <a:pt x="591443" y="714375"/>
                  <a:pt x="762000" y="554385"/>
                  <a:pt x="762000" y="357188"/>
                </a:cubicBezTo>
                <a:cubicBezTo>
                  <a:pt x="762000" y="159990"/>
                  <a:pt x="591443" y="0"/>
                  <a:pt x="381000" y="0"/>
                </a:cubicBezTo>
                <a:cubicBezTo>
                  <a:pt x="170557" y="0"/>
                  <a:pt x="0" y="159990"/>
                  <a:pt x="0" y="357188"/>
                </a:cubicBezTo>
                <a:cubicBezTo>
                  <a:pt x="0" y="438001"/>
                  <a:pt x="28575" y="512415"/>
                  <a:pt x="76795" y="572244"/>
                </a:cubicBezTo>
                <a:lnTo>
                  <a:pt x="4167" y="709613"/>
                </a:lnTo>
                <a:cubicBezTo>
                  <a:pt x="-2977" y="723007"/>
                  <a:pt x="-744" y="739378"/>
                  <a:pt x="9525" y="750540"/>
                </a:cubicBezTo>
                <a:cubicBezTo>
                  <a:pt x="19794" y="761702"/>
                  <a:pt x="36016" y="765125"/>
                  <a:pt x="49857" y="759172"/>
                </a:cubicBezTo>
                <a:lnTo>
                  <a:pt x="226070" y="683716"/>
                </a:lnTo>
                <a:cubicBezTo>
                  <a:pt x="273397" y="703362"/>
                  <a:pt x="325785" y="714375"/>
                  <a:pt x="381000" y="714375"/>
                </a:cubicBezTo>
                <a:close/>
                <a:moveTo>
                  <a:pt x="190500" y="309563"/>
                </a:moveTo>
                <a:cubicBezTo>
                  <a:pt x="216785" y="309563"/>
                  <a:pt x="238125" y="330903"/>
                  <a:pt x="238125" y="357188"/>
                </a:cubicBezTo>
                <a:cubicBezTo>
                  <a:pt x="238125" y="383472"/>
                  <a:pt x="216785" y="404813"/>
                  <a:pt x="190500" y="404813"/>
                </a:cubicBezTo>
                <a:cubicBezTo>
                  <a:pt x="164215" y="404813"/>
                  <a:pt x="142875" y="383472"/>
                  <a:pt x="142875" y="357188"/>
                </a:cubicBezTo>
                <a:cubicBezTo>
                  <a:pt x="142875" y="330903"/>
                  <a:pt x="164215" y="309563"/>
                  <a:pt x="190500" y="309563"/>
                </a:cubicBezTo>
                <a:close/>
                <a:moveTo>
                  <a:pt x="381000" y="309563"/>
                </a:moveTo>
                <a:cubicBezTo>
                  <a:pt x="407285" y="309563"/>
                  <a:pt x="428625" y="330903"/>
                  <a:pt x="428625" y="357188"/>
                </a:cubicBezTo>
                <a:cubicBezTo>
                  <a:pt x="428625" y="383472"/>
                  <a:pt x="407285" y="404813"/>
                  <a:pt x="381000" y="404813"/>
                </a:cubicBezTo>
                <a:cubicBezTo>
                  <a:pt x="354715" y="404813"/>
                  <a:pt x="333375" y="383472"/>
                  <a:pt x="333375" y="357188"/>
                </a:cubicBezTo>
                <a:cubicBezTo>
                  <a:pt x="333375" y="330903"/>
                  <a:pt x="354715" y="309563"/>
                  <a:pt x="381000" y="309563"/>
                </a:cubicBezTo>
                <a:close/>
                <a:moveTo>
                  <a:pt x="523875" y="357188"/>
                </a:moveTo>
                <a:cubicBezTo>
                  <a:pt x="523875" y="330903"/>
                  <a:pt x="545215" y="309563"/>
                  <a:pt x="571500" y="309563"/>
                </a:cubicBezTo>
                <a:cubicBezTo>
                  <a:pt x="597785" y="309563"/>
                  <a:pt x="619125" y="330903"/>
                  <a:pt x="619125" y="357188"/>
                </a:cubicBezTo>
                <a:cubicBezTo>
                  <a:pt x="619125" y="383472"/>
                  <a:pt x="597785" y="404813"/>
                  <a:pt x="571500" y="404813"/>
                </a:cubicBezTo>
                <a:cubicBezTo>
                  <a:pt x="545215" y="404813"/>
                  <a:pt x="523875" y="383472"/>
                  <a:pt x="523875" y="357188"/>
                </a:cubicBezTo>
                <a:close/>
              </a:path>
            </a:pathLst>
          </a:custGeom>
          <a:solidFill>
            <a:srgbClr val="D4CCF9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7747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b="1" dirty="0">
                <a:solidFill>
                  <a:srgbClr val="5B4FC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159000" y="8128000"/>
            <a:ext cx="635000" cy="0"/>
          </a:xfrm>
          <a:prstGeom prst="straightConnector1">
            <a:avLst/>
          </a:prstGeom>
          <a:noFill/>
          <a:ln w="50800">
            <a:solidFill>
              <a:srgbClr val="8B7FE8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3048000" y="7747000"/>
            <a:ext cx="444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QR Receipt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048000" y="8445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Generate unique QR codes for each exchange. Scan to verify toy handoffs and returns. Prevents fraud and creates a secure audit trail for all transactions.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21637625" y="774700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95250" y="238125"/>
                </a:moveTo>
                <a:lnTo>
                  <a:pt x="190500" y="238125"/>
                </a:lnTo>
                <a:lnTo>
                  <a:pt x="190500" y="142875"/>
                </a:lnTo>
                <a:lnTo>
                  <a:pt x="95250" y="142875"/>
                </a:lnTo>
                <a:lnTo>
                  <a:pt x="95250" y="238125"/>
                </a:lnTo>
                <a:close/>
                <a:moveTo>
                  <a:pt x="0" y="119063"/>
                </a:moveTo>
                <a:cubicBezTo>
                  <a:pt x="0" y="79623"/>
                  <a:pt x="31998" y="47625"/>
                  <a:pt x="71438" y="47625"/>
                </a:cubicBezTo>
                <a:lnTo>
                  <a:pt x="214313" y="47625"/>
                </a:lnTo>
                <a:cubicBezTo>
                  <a:pt x="253752" y="47625"/>
                  <a:pt x="285750" y="79623"/>
                  <a:pt x="285750" y="119063"/>
                </a:cubicBezTo>
                <a:lnTo>
                  <a:pt x="285750" y="261938"/>
                </a:lnTo>
                <a:cubicBezTo>
                  <a:pt x="285750" y="301377"/>
                  <a:pt x="253752" y="333375"/>
                  <a:pt x="214313" y="333375"/>
                </a:cubicBezTo>
                <a:lnTo>
                  <a:pt x="71438" y="333375"/>
                </a:lnTo>
                <a:cubicBezTo>
                  <a:pt x="31998" y="333375"/>
                  <a:pt x="0" y="301377"/>
                  <a:pt x="0" y="261938"/>
                </a:cubicBezTo>
                <a:lnTo>
                  <a:pt x="0" y="119063"/>
                </a:lnTo>
                <a:close/>
                <a:moveTo>
                  <a:pt x="95250" y="619125"/>
                </a:moveTo>
                <a:lnTo>
                  <a:pt x="190500" y="619125"/>
                </a:lnTo>
                <a:lnTo>
                  <a:pt x="190500" y="523875"/>
                </a:lnTo>
                <a:lnTo>
                  <a:pt x="95250" y="523875"/>
                </a:lnTo>
                <a:lnTo>
                  <a:pt x="95250" y="619125"/>
                </a:lnTo>
                <a:close/>
                <a:moveTo>
                  <a:pt x="0" y="500063"/>
                </a:moveTo>
                <a:cubicBezTo>
                  <a:pt x="0" y="460623"/>
                  <a:pt x="31998" y="428625"/>
                  <a:pt x="71438" y="428625"/>
                </a:cubicBezTo>
                <a:lnTo>
                  <a:pt x="214313" y="428625"/>
                </a:lnTo>
                <a:cubicBezTo>
                  <a:pt x="253752" y="428625"/>
                  <a:pt x="285750" y="460623"/>
                  <a:pt x="285750" y="500063"/>
                </a:cubicBezTo>
                <a:lnTo>
                  <a:pt x="285750" y="642938"/>
                </a:lnTo>
                <a:cubicBezTo>
                  <a:pt x="285750" y="682377"/>
                  <a:pt x="253752" y="714375"/>
                  <a:pt x="214313" y="714375"/>
                </a:cubicBezTo>
                <a:lnTo>
                  <a:pt x="71438" y="714375"/>
                </a:lnTo>
                <a:cubicBezTo>
                  <a:pt x="31998" y="714375"/>
                  <a:pt x="0" y="682377"/>
                  <a:pt x="0" y="642938"/>
                </a:cubicBezTo>
                <a:lnTo>
                  <a:pt x="0" y="500063"/>
                </a:lnTo>
                <a:close/>
                <a:moveTo>
                  <a:pt x="476250" y="142875"/>
                </a:moveTo>
                <a:lnTo>
                  <a:pt x="476250" y="238125"/>
                </a:lnTo>
                <a:lnTo>
                  <a:pt x="571500" y="238125"/>
                </a:lnTo>
                <a:lnTo>
                  <a:pt x="571500" y="142875"/>
                </a:lnTo>
                <a:lnTo>
                  <a:pt x="476250" y="142875"/>
                </a:lnTo>
                <a:close/>
                <a:moveTo>
                  <a:pt x="452438" y="47625"/>
                </a:moveTo>
                <a:lnTo>
                  <a:pt x="595313" y="47625"/>
                </a:lnTo>
                <a:cubicBezTo>
                  <a:pt x="634752" y="47625"/>
                  <a:pt x="666750" y="79623"/>
                  <a:pt x="666750" y="119063"/>
                </a:cubicBezTo>
                <a:lnTo>
                  <a:pt x="666750" y="261938"/>
                </a:lnTo>
                <a:cubicBezTo>
                  <a:pt x="666750" y="301377"/>
                  <a:pt x="634752" y="333375"/>
                  <a:pt x="595313" y="333375"/>
                </a:cubicBezTo>
                <a:lnTo>
                  <a:pt x="452438" y="333375"/>
                </a:lnTo>
                <a:cubicBezTo>
                  <a:pt x="412998" y="333375"/>
                  <a:pt x="381000" y="301377"/>
                  <a:pt x="381000" y="261938"/>
                </a:cubicBezTo>
                <a:lnTo>
                  <a:pt x="381000" y="119063"/>
                </a:lnTo>
                <a:cubicBezTo>
                  <a:pt x="381000" y="79623"/>
                  <a:pt x="412998" y="47625"/>
                  <a:pt x="452438" y="47625"/>
                </a:cubicBezTo>
                <a:close/>
                <a:moveTo>
                  <a:pt x="428625" y="523875"/>
                </a:moveTo>
                <a:cubicBezTo>
                  <a:pt x="402340" y="523875"/>
                  <a:pt x="381000" y="502535"/>
                  <a:pt x="381000" y="476250"/>
                </a:cubicBezTo>
                <a:cubicBezTo>
                  <a:pt x="381000" y="449965"/>
                  <a:pt x="402340" y="428625"/>
                  <a:pt x="428625" y="428625"/>
                </a:cubicBezTo>
                <a:cubicBezTo>
                  <a:pt x="454910" y="428625"/>
                  <a:pt x="476250" y="449965"/>
                  <a:pt x="476250" y="476250"/>
                </a:cubicBezTo>
                <a:cubicBezTo>
                  <a:pt x="476250" y="502535"/>
                  <a:pt x="454910" y="523875"/>
                  <a:pt x="428625" y="523875"/>
                </a:cubicBezTo>
                <a:close/>
                <a:moveTo>
                  <a:pt x="428625" y="619125"/>
                </a:moveTo>
                <a:cubicBezTo>
                  <a:pt x="454968" y="619125"/>
                  <a:pt x="476250" y="640407"/>
                  <a:pt x="476250" y="666750"/>
                </a:cubicBezTo>
                <a:cubicBezTo>
                  <a:pt x="476250" y="693093"/>
                  <a:pt x="454968" y="714375"/>
                  <a:pt x="428625" y="714375"/>
                </a:cubicBezTo>
                <a:cubicBezTo>
                  <a:pt x="402282" y="714375"/>
                  <a:pt x="381000" y="693093"/>
                  <a:pt x="381000" y="666750"/>
                </a:cubicBezTo>
                <a:cubicBezTo>
                  <a:pt x="381000" y="640407"/>
                  <a:pt x="402282" y="619125"/>
                  <a:pt x="428625" y="619125"/>
                </a:cubicBezTo>
                <a:close/>
                <a:moveTo>
                  <a:pt x="571500" y="666750"/>
                </a:moveTo>
                <a:cubicBezTo>
                  <a:pt x="571500" y="640407"/>
                  <a:pt x="592782" y="619125"/>
                  <a:pt x="619125" y="619125"/>
                </a:cubicBezTo>
                <a:cubicBezTo>
                  <a:pt x="645468" y="619125"/>
                  <a:pt x="666750" y="640407"/>
                  <a:pt x="666750" y="666750"/>
                </a:cubicBezTo>
                <a:cubicBezTo>
                  <a:pt x="666750" y="693093"/>
                  <a:pt x="645468" y="714375"/>
                  <a:pt x="619125" y="714375"/>
                </a:cubicBezTo>
                <a:cubicBezTo>
                  <a:pt x="592782" y="714375"/>
                  <a:pt x="571500" y="693093"/>
                  <a:pt x="571500" y="666750"/>
                </a:cubicBezTo>
                <a:close/>
                <a:moveTo>
                  <a:pt x="619125" y="523875"/>
                </a:moveTo>
                <a:cubicBezTo>
                  <a:pt x="592840" y="523875"/>
                  <a:pt x="571500" y="502535"/>
                  <a:pt x="571500" y="476250"/>
                </a:cubicBezTo>
                <a:cubicBezTo>
                  <a:pt x="571500" y="449965"/>
                  <a:pt x="592840" y="428625"/>
                  <a:pt x="619125" y="428625"/>
                </a:cubicBezTo>
                <a:cubicBezTo>
                  <a:pt x="645410" y="428625"/>
                  <a:pt x="666750" y="449965"/>
                  <a:pt x="666750" y="476250"/>
                </a:cubicBezTo>
                <a:cubicBezTo>
                  <a:pt x="666750" y="502535"/>
                  <a:pt x="645410" y="523875"/>
                  <a:pt x="619125" y="523875"/>
                </a:cubicBezTo>
                <a:close/>
                <a:moveTo>
                  <a:pt x="571500" y="571500"/>
                </a:moveTo>
                <a:cubicBezTo>
                  <a:pt x="571500" y="597785"/>
                  <a:pt x="550160" y="619125"/>
                  <a:pt x="523875" y="619125"/>
                </a:cubicBezTo>
                <a:cubicBezTo>
                  <a:pt x="497590" y="619125"/>
                  <a:pt x="476250" y="597785"/>
                  <a:pt x="476250" y="571500"/>
                </a:cubicBezTo>
                <a:cubicBezTo>
                  <a:pt x="476250" y="545215"/>
                  <a:pt x="497590" y="523875"/>
                  <a:pt x="523875" y="523875"/>
                </a:cubicBezTo>
                <a:cubicBezTo>
                  <a:pt x="550160" y="523875"/>
                  <a:pt x="571500" y="545215"/>
                  <a:pt x="571500" y="571500"/>
                </a:cubicBezTo>
                <a:close/>
              </a:path>
            </a:pathLst>
          </a:custGeom>
          <a:solidFill>
            <a:srgbClr val="D4CCF9"/>
          </a:solidFill>
          <a:ln/>
        </p:spPr>
      </p:sp>
      <p:sp>
        <p:nvSpPr>
          <p:cNvPr id="26" name="Text 24"/>
          <p:cNvSpPr/>
          <p:nvPr/>
        </p:nvSpPr>
        <p:spPr>
          <a:xfrm>
            <a:off x="1016000" y="9906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b="1" dirty="0">
                <a:solidFill>
                  <a:srgbClr val="5B4FC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159000" y="10287000"/>
            <a:ext cx="635000" cy="0"/>
          </a:xfrm>
          <a:prstGeom prst="straightConnector1">
            <a:avLst/>
          </a:prstGeom>
          <a:noFill/>
          <a:ln w="50800">
            <a:solidFill>
              <a:srgbClr val="8B7FE8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3048000" y="9906000"/>
            <a:ext cx="444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Notifications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3048000" y="10604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In-app alerts for borrow requests, exchange updates, return reminders, and dispute notifications. Stay informed without leaving the app.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21637625" y="990600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333375" y="0"/>
                </a:moveTo>
                <a:cubicBezTo>
                  <a:pt x="307032" y="0"/>
                  <a:pt x="285750" y="21282"/>
                  <a:pt x="285750" y="47625"/>
                </a:cubicBezTo>
                <a:lnTo>
                  <a:pt x="285750" y="52388"/>
                </a:lnTo>
                <a:cubicBezTo>
                  <a:pt x="177105" y="74414"/>
                  <a:pt x="95250" y="170557"/>
                  <a:pt x="95250" y="285750"/>
                </a:cubicBezTo>
                <a:lnTo>
                  <a:pt x="95250" y="318046"/>
                </a:lnTo>
                <a:cubicBezTo>
                  <a:pt x="95250" y="389632"/>
                  <a:pt x="70842" y="459135"/>
                  <a:pt x="26194" y="515094"/>
                </a:cubicBezTo>
                <a:lnTo>
                  <a:pt x="11609" y="533251"/>
                </a:lnTo>
                <a:cubicBezTo>
                  <a:pt x="4018" y="542627"/>
                  <a:pt x="0" y="554236"/>
                  <a:pt x="0" y="566291"/>
                </a:cubicBezTo>
                <a:cubicBezTo>
                  <a:pt x="0" y="595461"/>
                  <a:pt x="23664" y="619125"/>
                  <a:pt x="52834" y="619125"/>
                </a:cubicBezTo>
                <a:lnTo>
                  <a:pt x="613767" y="619125"/>
                </a:lnTo>
                <a:cubicBezTo>
                  <a:pt x="642938" y="619125"/>
                  <a:pt x="666601" y="595461"/>
                  <a:pt x="666601" y="566291"/>
                </a:cubicBezTo>
                <a:cubicBezTo>
                  <a:pt x="666601" y="554236"/>
                  <a:pt x="662583" y="542627"/>
                  <a:pt x="654993" y="533251"/>
                </a:cubicBezTo>
                <a:lnTo>
                  <a:pt x="640407" y="515094"/>
                </a:lnTo>
                <a:cubicBezTo>
                  <a:pt x="595908" y="459135"/>
                  <a:pt x="571500" y="389632"/>
                  <a:pt x="571500" y="318046"/>
                </a:cubicBezTo>
                <a:lnTo>
                  <a:pt x="571500" y="285750"/>
                </a:lnTo>
                <a:cubicBezTo>
                  <a:pt x="571500" y="170557"/>
                  <a:pt x="489645" y="74414"/>
                  <a:pt x="381000" y="52387"/>
                </a:cubicBezTo>
                <a:lnTo>
                  <a:pt x="381000" y="47625"/>
                </a:lnTo>
                <a:cubicBezTo>
                  <a:pt x="381000" y="21282"/>
                  <a:pt x="359718" y="0"/>
                  <a:pt x="333375" y="0"/>
                </a:cubicBezTo>
                <a:close/>
                <a:moveTo>
                  <a:pt x="241102" y="690563"/>
                </a:moveTo>
                <a:cubicBezTo>
                  <a:pt x="251668" y="731639"/>
                  <a:pt x="289024" y="762000"/>
                  <a:pt x="333375" y="762000"/>
                </a:cubicBezTo>
                <a:cubicBezTo>
                  <a:pt x="377726" y="762000"/>
                  <a:pt x="415082" y="731639"/>
                  <a:pt x="425648" y="690563"/>
                </a:cubicBezTo>
                <a:lnTo>
                  <a:pt x="241102" y="690563"/>
                </a:lnTo>
                <a:close/>
              </a:path>
            </a:pathLst>
          </a:custGeom>
          <a:solidFill>
            <a:srgbClr val="D4CCF9"/>
          </a:solidFill>
          <a:ln/>
        </p:spPr>
      </p:sp>
      <p:pic>
        <p:nvPicPr>
          <p:cNvPr id="31" name="Image 0" descr="https://kimi-img.moonshot.cn/pub/slides/okc/updnukvurpame/mnt/agents/output/toyshare/images/5_Smart_Verify_Mobile_verification.png"/>
          <p:cNvPicPr>
            <a:picLocks noChangeAspect="1"/>
          </p:cNvPicPr>
          <p:nvPr/>
        </p:nvPicPr>
        <p:blipFill>
          <a:blip r:embed="rId3"/>
          <a:srcRect l="10506" r="10506"/>
          <a:stretch/>
        </p:blipFill>
        <p:spPr>
          <a:xfrm>
            <a:off x="12700000" y="3429000"/>
            <a:ext cx="8382000" cy="8509000"/>
          </a:xfrm>
          <a:prstGeom prst="roundRect">
            <a:avLst>
              <a:gd name="adj" fmla="val 8000"/>
            </a:avLst>
          </a:pr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 flip="none" rotWithShape="1">
          <a:gsLst>
            <a:gs pos="0">
              <a:srgbClr val="EDE9FE"/>
            </a:gs>
            <a:gs pos="50000">
              <a:srgbClr val="F5F3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Exchange Flow Diagram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16000" y="15875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a Toy Exchange Works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2349500"/>
            <a:ext cx="22352000" cy="0"/>
          </a:xfrm>
          <a:prstGeom prst="straightConnector1">
            <a:avLst/>
          </a:prstGeom>
          <a:noFill/>
          <a:ln w="12700">
            <a:solidFill>
              <a:srgbClr val="D4CCF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016000" y="3048000"/>
            <a:ext cx="2540000" cy="1524000"/>
          </a:xfrm>
          <a:prstGeom prst="roundRect">
            <a:avLst>
              <a:gd name="adj" fmla="val 10000"/>
            </a:avLst>
          </a:prstGeom>
          <a:solidFill>
            <a:srgbClr val="5B4FCF"/>
          </a:solidFill>
          <a:ln/>
        </p:spPr>
      </p:sp>
      <p:sp>
        <p:nvSpPr>
          <p:cNvPr id="6" name="Shape 4"/>
          <p:cNvSpPr/>
          <p:nvPr/>
        </p:nvSpPr>
        <p:spPr>
          <a:xfrm>
            <a:off x="1873250" y="32385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532209" y="-26095"/>
                </a:moveTo>
                <a:cubicBezTo>
                  <a:pt x="541933" y="-29567"/>
                  <a:pt x="552648" y="-27087"/>
                  <a:pt x="559991" y="-19844"/>
                </a:cubicBezTo>
                <a:cubicBezTo>
                  <a:pt x="567333" y="-12601"/>
                  <a:pt x="569714" y="-1786"/>
                  <a:pt x="566241" y="7938"/>
                </a:cubicBezTo>
                <a:lnTo>
                  <a:pt x="389632" y="500955"/>
                </a:lnTo>
                <a:cubicBezTo>
                  <a:pt x="384671" y="514747"/>
                  <a:pt x="371673" y="523875"/>
                  <a:pt x="357088" y="523875"/>
                </a:cubicBezTo>
                <a:cubicBezTo>
                  <a:pt x="342999" y="523875"/>
                  <a:pt x="330299" y="515342"/>
                  <a:pt x="325041" y="502345"/>
                </a:cubicBezTo>
                <a:lnTo>
                  <a:pt x="261342" y="345579"/>
                </a:lnTo>
                <a:cubicBezTo>
                  <a:pt x="256877" y="334665"/>
                  <a:pt x="258862" y="322163"/>
                  <a:pt x="266502" y="313234"/>
                </a:cubicBezTo>
                <a:lnTo>
                  <a:pt x="360263" y="201712"/>
                </a:lnTo>
                <a:cubicBezTo>
                  <a:pt x="365323" y="195659"/>
                  <a:pt x="364927" y="186829"/>
                  <a:pt x="359370" y="181273"/>
                </a:cubicBezTo>
                <a:cubicBezTo>
                  <a:pt x="353814" y="175716"/>
                  <a:pt x="344884" y="175320"/>
                  <a:pt x="338931" y="180380"/>
                </a:cubicBezTo>
                <a:lnTo>
                  <a:pt x="227409" y="273943"/>
                </a:lnTo>
                <a:cubicBezTo>
                  <a:pt x="218380" y="281484"/>
                  <a:pt x="205978" y="283468"/>
                  <a:pt x="195064" y="279102"/>
                </a:cubicBezTo>
                <a:lnTo>
                  <a:pt x="37802" y="215106"/>
                </a:lnTo>
                <a:cubicBezTo>
                  <a:pt x="24805" y="209848"/>
                  <a:pt x="16272" y="197148"/>
                  <a:pt x="16272" y="183059"/>
                </a:cubicBezTo>
                <a:cubicBezTo>
                  <a:pt x="16272" y="168473"/>
                  <a:pt x="25400" y="155476"/>
                  <a:pt x="39191" y="150515"/>
                </a:cubicBezTo>
                <a:lnTo>
                  <a:pt x="532209" y="-2609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873500"/>
            <a:ext cx="228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Request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83000" y="3683000"/>
            <a:ext cx="762000" cy="0"/>
          </a:xfrm>
          <a:prstGeom prst="straightConnector1">
            <a:avLst/>
          </a:prstGeom>
          <a:noFill/>
          <a:ln w="38100">
            <a:solidFill>
              <a:srgbClr val="5B4FCF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4572000" y="3048000"/>
            <a:ext cx="2540000" cy="1524000"/>
          </a:xfrm>
          <a:prstGeom prst="roundRect">
            <a:avLst>
              <a:gd name="adj" fmla="val 10000"/>
            </a:avLst>
          </a:prstGeom>
          <a:solidFill>
            <a:srgbClr val="5B4FCF"/>
          </a:solidFill>
          <a:ln/>
        </p:spPr>
      </p:sp>
      <p:sp>
        <p:nvSpPr>
          <p:cNvPr id="10" name="Shape 8"/>
          <p:cNvSpPr/>
          <p:nvPr/>
        </p:nvSpPr>
        <p:spPr>
          <a:xfrm>
            <a:off x="5461000" y="3238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699000" y="3873500"/>
            <a:ext cx="228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Accept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239000" y="3683000"/>
            <a:ext cx="762000" cy="0"/>
          </a:xfrm>
          <a:prstGeom prst="straightConnector1">
            <a:avLst/>
          </a:prstGeom>
          <a:noFill/>
          <a:ln w="38100">
            <a:solidFill>
              <a:srgbClr val="5B4FCF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8128000" y="3048000"/>
            <a:ext cx="2540000" cy="1524000"/>
          </a:xfrm>
          <a:prstGeom prst="roundRect">
            <a:avLst>
              <a:gd name="adj" fmla="val 10000"/>
            </a:avLst>
          </a:prstGeom>
          <a:solidFill>
            <a:srgbClr val="8B7FE8"/>
          </a:solidFill>
          <a:ln/>
        </p:spPr>
      </p:sp>
      <p:sp>
        <p:nvSpPr>
          <p:cNvPr id="14" name="Shape 12"/>
          <p:cNvSpPr/>
          <p:nvPr/>
        </p:nvSpPr>
        <p:spPr>
          <a:xfrm>
            <a:off x="8985250" y="32385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66179" y="381000"/>
                </a:moveTo>
                <a:lnTo>
                  <a:pt x="108347" y="338832"/>
                </a:lnTo>
                <a:cubicBezTo>
                  <a:pt x="132159" y="315020"/>
                  <a:pt x="164505" y="301625"/>
                  <a:pt x="198140" y="301625"/>
                </a:cubicBezTo>
                <a:lnTo>
                  <a:pt x="349250" y="301625"/>
                </a:lnTo>
                <a:cubicBezTo>
                  <a:pt x="366812" y="301625"/>
                  <a:pt x="381000" y="315813"/>
                  <a:pt x="381000" y="333375"/>
                </a:cubicBezTo>
                <a:cubicBezTo>
                  <a:pt x="381000" y="350937"/>
                  <a:pt x="366812" y="365125"/>
                  <a:pt x="349250" y="365125"/>
                </a:cubicBezTo>
                <a:lnTo>
                  <a:pt x="277813" y="365125"/>
                </a:lnTo>
                <a:cubicBezTo>
                  <a:pt x="264616" y="365125"/>
                  <a:pt x="254000" y="375741"/>
                  <a:pt x="254000" y="388938"/>
                </a:cubicBezTo>
                <a:cubicBezTo>
                  <a:pt x="254000" y="402134"/>
                  <a:pt x="264616" y="412750"/>
                  <a:pt x="277813" y="412750"/>
                </a:cubicBezTo>
                <a:lnTo>
                  <a:pt x="389533" y="412750"/>
                </a:lnTo>
                <a:lnTo>
                  <a:pt x="508298" y="325239"/>
                </a:lnTo>
                <a:cubicBezTo>
                  <a:pt x="525959" y="312241"/>
                  <a:pt x="550763" y="316012"/>
                  <a:pt x="563761" y="333673"/>
                </a:cubicBezTo>
                <a:cubicBezTo>
                  <a:pt x="576759" y="351334"/>
                  <a:pt x="572988" y="376138"/>
                  <a:pt x="555327" y="389136"/>
                </a:cubicBezTo>
                <a:lnTo>
                  <a:pt x="429716" y="481707"/>
                </a:lnTo>
                <a:cubicBezTo>
                  <a:pt x="406499" y="498773"/>
                  <a:pt x="378520" y="508000"/>
                  <a:pt x="349647" y="508000"/>
                </a:cubicBezTo>
                <a:lnTo>
                  <a:pt x="31750" y="508000"/>
                </a:lnTo>
                <a:cubicBezTo>
                  <a:pt x="14188" y="508000"/>
                  <a:pt x="0" y="493812"/>
                  <a:pt x="0" y="476250"/>
                </a:cubicBezTo>
                <a:lnTo>
                  <a:pt x="0" y="412750"/>
                </a:lnTo>
                <a:cubicBezTo>
                  <a:pt x="0" y="395188"/>
                  <a:pt x="14188" y="381000"/>
                  <a:pt x="31750" y="381000"/>
                </a:cubicBezTo>
                <a:lnTo>
                  <a:pt x="66179" y="3810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255000" y="3873500"/>
            <a:ext cx="228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Borrow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795000" y="3683000"/>
            <a:ext cx="762000" cy="0"/>
          </a:xfrm>
          <a:prstGeom prst="straightConnector1">
            <a:avLst/>
          </a:prstGeom>
          <a:noFill/>
          <a:ln w="38100">
            <a:solidFill>
              <a:srgbClr val="8B7FE8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1684000" y="3048000"/>
            <a:ext cx="2540000" cy="1524000"/>
          </a:xfrm>
          <a:prstGeom prst="roundRect">
            <a:avLst>
              <a:gd name="adj" fmla="val 10000"/>
            </a:avLst>
          </a:prstGeom>
          <a:solidFill>
            <a:srgbClr val="8B7FE8"/>
          </a:solidFill>
          <a:ln/>
        </p:spPr>
      </p:sp>
      <p:sp>
        <p:nvSpPr>
          <p:cNvPr id="18" name="Shape 16"/>
          <p:cNvSpPr/>
          <p:nvPr/>
        </p:nvSpPr>
        <p:spPr>
          <a:xfrm>
            <a:off x="12573000" y="3238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3812" y="190500"/>
                </a:moveTo>
                <a:lnTo>
                  <a:pt x="166688" y="190500"/>
                </a:lnTo>
                <a:cubicBezTo>
                  <a:pt x="176312" y="190500"/>
                  <a:pt x="185043" y="184745"/>
                  <a:pt x="188714" y="175816"/>
                </a:cubicBezTo>
                <a:cubicBezTo>
                  <a:pt x="192385" y="166886"/>
                  <a:pt x="190401" y="156666"/>
                  <a:pt x="183555" y="149820"/>
                </a:cubicBezTo>
                <a:lnTo>
                  <a:pt x="137220" y="103485"/>
                </a:lnTo>
                <a:cubicBezTo>
                  <a:pt x="211931" y="45343"/>
                  <a:pt x="320080" y="50602"/>
                  <a:pt x="388739" y="119261"/>
                </a:cubicBezTo>
                <a:cubicBezTo>
                  <a:pt x="463153" y="193675"/>
                  <a:pt x="463153" y="314226"/>
                  <a:pt x="388739" y="388640"/>
                </a:cubicBezTo>
                <a:cubicBezTo>
                  <a:pt x="314325" y="463054"/>
                  <a:pt x="193774" y="463054"/>
                  <a:pt x="119360" y="388640"/>
                </a:cubicBezTo>
                <a:cubicBezTo>
                  <a:pt x="109240" y="378520"/>
                  <a:pt x="100509" y="367506"/>
                  <a:pt x="93166" y="355898"/>
                </a:cubicBezTo>
                <a:cubicBezTo>
                  <a:pt x="83741" y="341114"/>
                  <a:pt x="64095" y="336748"/>
                  <a:pt x="49312" y="346174"/>
                </a:cubicBezTo>
                <a:cubicBezTo>
                  <a:pt x="34528" y="355600"/>
                  <a:pt x="30163" y="375245"/>
                  <a:pt x="39588" y="390029"/>
                </a:cubicBezTo>
                <a:cubicBezTo>
                  <a:pt x="49312" y="405507"/>
                  <a:pt x="60920" y="420191"/>
                  <a:pt x="74414" y="433586"/>
                </a:cubicBezTo>
                <a:cubicBezTo>
                  <a:pt x="173633" y="532805"/>
                  <a:pt x="334367" y="532805"/>
                  <a:pt x="433586" y="433586"/>
                </a:cubicBezTo>
                <a:cubicBezTo>
                  <a:pt x="532805" y="334367"/>
                  <a:pt x="532805" y="173633"/>
                  <a:pt x="433586" y="74414"/>
                </a:cubicBezTo>
                <a:cubicBezTo>
                  <a:pt x="340122" y="-19149"/>
                  <a:pt x="191790" y="-24507"/>
                  <a:pt x="91976" y="58341"/>
                </a:cubicBezTo>
                <a:lnTo>
                  <a:pt x="40680" y="6945"/>
                </a:lnTo>
                <a:cubicBezTo>
                  <a:pt x="33834" y="198"/>
                  <a:pt x="23614" y="-1885"/>
                  <a:pt x="14684" y="1786"/>
                </a:cubicBezTo>
                <a:cubicBezTo>
                  <a:pt x="5755" y="5457"/>
                  <a:pt x="0" y="14188"/>
                  <a:pt x="0" y="23812"/>
                </a:cubicBezTo>
                <a:lnTo>
                  <a:pt x="0" y="166688"/>
                </a:lnTo>
                <a:cubicBezTo>
                  <a:pt x="0" y="179884"/>
                  <a:pt x="10616" y="190500"/>
                  <a:pt x="23812" y="1905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811000" y="3873500"/>
            <a:ext cx="228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Return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4351000" y="3683000"/>
            <a:ext cx="762000" cy="0"/>
          </a:xfrm>
          <a:prstGeom prst="straightConnector1">
            <a:avLst/>
          </a:prstGeom>
          <a:noFill/>
          <a:ln w="38100">
            <a:solidFill>
              <a:srgbClr val="8B7FE8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5240000" y="3048000"/>
            <a:ext cx="2540000" cy="1524000"/>
          </a:xfrm>
          <a:prstGeom prst="roundRect">
            <a:avLst>
              <a:gd name="adj" fmla="val 10000"/>
            </a:avLst>
          </a:prstGeom>
          <a:solidFill>
            <a:srgbClr val="FF8C42"/>
          </a:solidFill>
          <a:ln/>
        </p:spPr>
      </p:sp>
      <p:sp>
        <p:nvSpPr>
          <p:cNvPr id="22" name="Shape 20"/>
          <p:cNvSpPr/>
          <p:nvPr/>
        </p:nvSpPr>
        <p:spPr>
          <a:xfrm>
            <a:off x="16192500" y="32385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308967" y="31750"/>
                </a:moveTo>
                <a:lnTo>
                  <a:pt x="317500" y="31750"/>
                </a:lnTo>
                <a:cubicBezTo>
                  <a:pt x="352524" y="31750"/>
                  <a:pt x="381000" y="60226"/>
                  <a:pt x="381000" y="95250"/>
                </a:cubicBezTo>
                <a:lnTo>
                  <a:pt x="381000" y="444500"/>
                </a:lnTo>
                <a:cubicBezTo>
                  <a:pt x="381000" y="479524"/>
                  <a:pt x="352524" y="508000"/>
                  <a:pt x="317500" y="508000"/>
                </a:cubicBezTo>
                <a:lnTo>
                  <a:pt x="63500" y="508000"/>
                </a:lnTo>
                <a:cubicBezTo>
                  <a:pt x="28476" y="508000"/>
                  <a:pt x="0" y="479524"/>
                  <a:pt x="0" y="444500"/>
                </a:cubicBezTo>
                <a:lnTo>
                  <a:pt x="0" y="95250"/>
                </a:lnTo>
                <a:cubicBezTo>
                  <a:pt x="0" y="60226"/>
                  <a:pt x="28476" y="31750"/>
                  <a:pt x="63500" y="31750"/>
                </a:cubicBezTo>
                <a:lnTo>
                  <a:pt x="72033" y="31750"/>
                </a:lnTo>
                <a:cubicBezTo>
                  <a:pt x="82947" y="12799"/>
                  <a:pt x="103485" y="0"/>
                  <a:pt x="127000" y="0"/>
                </a:cubicBezTo>
                <a:lnTo>
                  <a:pt x="254000" y="0"/>
                </a:lnTo>
                <a:cubicBezTo>
                  <a:pt x="277515" y="0"/>
                  <a:pt x="298053" y="12799"/>
                  <a:pt x="308967" y="31750"/>
                </a:cubicBezTo>
                <a:close/>
                <a:moveTo>
                  <a:pt x="246063" y="111125"/>
                </a:moveTo>
                <a:cubicBezTo>
                  <a:pt x="259259" y="111125"/>
                  <a:pt x="269875" y="100509"/>
                  <a:pt x="269875" y="87313"/>
                </a:cubicBezTo>
                <a:cubicBezTo>
                  <a:pt x="269875" y="74116"/>
                  <a:pt x="259259" y="63500"/>
                  <a:pt x="246063" y="63500"/>
                </a:cubicBezTo>
                <a:lnTo>
                  <a:pt x="134938" y="63500"/>
                </a:lnTo>
                <a:cubicBezTo>
                  <a:pt x="121741" y="63500"/>
                  <a:pt x="111125" y="74116"/>
                  <a:pt x="111125" y="87313"/>
                </a:cubicBezTo>
                <a:cubicBezTo>
                  <a:pt x="111125" y="100509"/>
                  <a:pt x="121741" y="111125"/>
                  <a:pt x="134938" y="111125"/>
                </a:cubicBezTo>
                <a:lnTo>
                  <a:pt x="246063" y="111125"/>
                </a:lnTo>
                <a:close/>
                <a:moveTo>
                  <a:pt x="274241" y="258663"/>
                </a:moveTo>
                <a:cubicBezTo>
                  <a:pt x="281186" y="247551"/>
                  <a:pt x="277813" y="232866"/>
                  <a:pt x="266700" y="225822"/>
                </a:cubicBezTo>
                <a:cubicBezTo>
                  <a:pt x="255587" y="218777"/>
                  <a:pt x="240903" y="222250"/>
                  <a:pt x="233859" y="233362"/>
                </a:cubicBezTo>
                <a:lnTo>
                  <a:pt x="172938" y="330895"/>
                </a:lnTo>
                <a:lnTo>
                  <a:pt x="146149" y="295176"/>
                </a:lnTo>
                <a:cubicBezTo>
                  <a:pt x="138212" y="284659"/>
                  <a:pt x="123329" y="282476"/>
                  <a:pt x="112812" y="290413"/>
                </a:cubicBezTo>
                <a:cubicBezTo>
                  <a:pt x="102295" y="298351"/>
                  <a:pt x="100112" y="313234"/>
                  <a:pt x="108049" y="323751"/>
                </a:cubicBezTo>
                <a:lnTo>
                  <a:pt x="155674" y="387251"/>
                </a:lnTo>
                <a:cubicBezTo>
                  <a:pt x="160337" y="393502"/>
                  <a:pt x="167878" y="397073"/>
                  <a:pt x="175716" y="396776"/>
                </a:cubicBezTo>
                <a:cubicBezTo>
                  <a:pt x="183555" y="396478"/>
                  <a:pt x="190698" y="392311"/>
                  <a:pt x="194866" y="385564"/>
                </a:cubicBezTo>
                <a:lnTo>
                  <a:pt x="274241" y="25856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5240000" y="38735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Confirm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7907000" y="3683000"/>
            <a:ext cx="762000" cy="0"/>
          </a:xfrm>
          <a:prstGeom prst="straightConnector1">
            <a:avLst/>
          </a:prstGeom>
          <a:noFill/>
          <a:ln w="38100">
            <a:solidFill>
              <a:srgbClr val="FF8C42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8796000" y="3048000"/>
            <a:ext cx="2540000" cy="152400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/>
        </p:spPr>
      </p:sp>
      <p:sp>
        <p:nvSpPr>
          <p:cNvPr id="26" name="Shape 24"/>
          <p:cNvSpPr/>
          <p:nvPr/>
        </p:nvSpPr>
        <p:spPr>
          <a:xfrm>
            <a:off x="19653250" y="32385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07082" y="-18752"/>
                </a:moveTo>
                <a:cubicBezTo>
                  <a:pt x="303014" y="-26690"/>
                  <a:pt x="294779" y="-31750"/>
                  <a:pt x="285849" y="-31750"/>
                </a:cubicBezTo>
                <a:cubicBezTo>
                  <a:pt x="276920" y="-31750"/>
                  <a:pt x="268684" y="-26690"/>
                  <a:pt x="264616" y="-18752"/>
                </a:cubicBezTo>
                <a:lnTo>
                  <a:pt x="191591" y="124321"/>
                </a:lnTo>
                <a:lnTo>
                  <a:pt x="32941" y="149523"/>
                </a:lnTo>
                <a:cubicBezTo>
                  <a:pt x="24110" y="150912"/>
                  <a:pt x="16768" y="157162"/>
                  <a:pt x="13990" y="165695"/>
                </a:cubicBezTo>
                <a:cubicBezTo>
                  <a:pt x="11212" y="174228"/>
                  <a:pt x="13494" y="183555"/>
                  <a:pt x="19745" y="189905"/>
                </a:cubicBezTo>
                <a:lnTo>
                  <a:pt x="133251" y="303510"/>
                </a:lnTo>
                <a:lnTo>
                  <a:pt x="108248" y="462161"/>
                </a:lnTo>
                <a:cubicBezTo>
                  <a:pt x="106859" y="470991"/>
                  <a:pt x="110530" y="479921"/>
                  <a:pt x="117773" y="485180"/>
                </a:cubicBezTo>
                <a:cubicBezTo>
                  <a:pt x="125016" y="490438"/>
                  <a:pt x="134541" y="491232"/>
                  <a:pt x="142577" y="487164"/>
                </a:cubicBezTo>
                <a:lnTo>
                  <a:pt x="285849" y="414338"/>
                </a:lnTo>
                <a:lnTo>
                  <a:pt x="429022" y="487164"/>
                </a:lnTo>
                <a:cubicBezTo>
                  <a:pt x="436959" y="491232"/>
                  <a:pt x="446584" y="490438"/>
                  <a:pt x="453827" y="485180"/>
                </a:cubicBezTo>
                <a:cubicBezTo>
                  <a:pt x="461070" y="479921"/>
                  <a:pt x="464741" y="471091"/>
                  <a:pt x="463352" y="462161"/>
                </a:cubicBezTo>
                <a:lnTo>
                  <a:pt x="438249" y="303510"/>
                </a:lnTo>
                <a:lnTo>
                  <a:pt x="551755" y="189905"/>
                </a:lnTo>
                <a:cubicBezTo>
                  <a:pt x="558105" y="183555"/>
                  <a:pt x="560288" y="174228"/>
                  <a:pt x="557510" y="165695"/>
                </a:cubicBezTo>
                <a:cubicBezTo>
                  <a:pt x="554732" y="157163"/>
                  <a:pt x="547489" y="150912"/>
                  <a:pt x="538559" y="149523"/>
                </a:cubicBezTo>
                <a:lnTo>
                  <a:pt x="380008" y="124321"/>
                </a:lnTo>
                <a:lnTo>
                  <a:pt x="307082" y="-18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8923000" y="3873500"/>
            <a:ext cx="228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Rate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842000" y="4572000"/>
            <a:ext cx="0" cy="762000"/>
          </a:xfrm>
          <a:prstGeom prst="straightConnector1">
            <a:avLst/>
          </a:prstGeom>
          <a:noFill/>
          <a:ln w="25400">
            <a:solidFill>
              <a:srgbClr val="F44336"/>
            </a:solidFill>
            <a:prstDash val="sysDot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4572000" y="5461000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F44336">
              <a:alpha val="18824"/>
            </a:srgbClr>
          </a:solidFill>
          <a:ln w="25400">
            <a:solidFill>
              <a:srgbClr val="F4433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99000" y="5651500"/>
            <a:ext cx="228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443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Reject Request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2954000" y="4572000"/>
            <a:ext cx="0" cy="762000"/>
          </a:xfrm>
          <a:prstGeom prst="straightConnector1">
            <a:avLst/>
          </a:prstGeom>
          <a:noFill/>
          <a:ln w="25400">
            <a:solidFill>
              <a:srgbClr val="FFC107"/>
            </a:solidFill>
            <a:prstDash val="sysDot"/>
            <a:headEnd type="none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11684000" y="5461000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FFC107">
              <a:alpha val="18824"/>
            </a:srgbClr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11000" y="5651500"/>
            <a:ext cx="228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B7810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 Dispute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4224000" y="5969000"/>
            <a:ext cx="2032000" cy="0"/>
          </a:xfrm>
          <a:prstGeom prst="straightConnector1">
            <a:avLst/>
          </a:prstGeom>
          <a:noFill/>
          <a:ln w="25400">
            <a:solidFill>
              <a:srgbClr val="FFC107"/>
            </a:solidFill>
            <a:prstDash val="sysDot"/>
            <a:headEnd type="arrow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1016000" y="7112000"/>
            <a:ext cx="6858000" cy="482600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/>
        </p:spPr>
      </p:sp>
      <p:sp>
        <p:nvSpPr>
          <p:cNvPr id="36" name="Text 34"/>
          <p:cNvSpPr/>
          <p:nvPr/>
        </p:nvSpPr>
        <p:spPr>
          <a:xfrm>
            <a:off x="1397000" y="73660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Happy Path Flow</a:t>
            </a:r>
            <a:endParaRPr lang="en-US" sz="2800" dirty="0"/>
          </a:p>
        </p:txBody>
      </p:sp>
      <p:sp>
        <p:nvSpPr>
          <p:cNvPr id="37" name="Shape 35"/>
          <p:cNvSpPr/>
          <p:nvPr/>
        </p:nvSpPr>
        <p:spPr>
          <a:xfrm>
            <a:off x="1397000" y="7937500"/>
            <a:ext cx="1270000" cy="0"/>
          </a:xfrm>
          <a:prstGeom prst="straightConnector1">
            <a:avLst/>
          </a:prstGeom>
          <a:noFill/>
          <a:ln w="50800">
            <a:solidFill>
              <a:srgbClr val="5B4FCF"/>
            </a:solidFill>
            <a:prstDash val="solid"/>
            <a:headEnd type="none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1397000" y="8191500"/>
            <a:ext cx="6096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standard exchange flow ensures a smooth experience: borrower requests, owner accepts, toy is handed over via QR scan, borrower returns, owner confirms receipt, and both parties leave ratings.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8255000" y="7112000"/>
            <a:ext cx="6858000" cy="482600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/>
        </p:spPr>
      </p:sp>
      <p:sp>
        <p:nvSpPr>
          <p:cNvPr id="40" name="Text 38"/>
          <p:cNvSpPr/>
          <p:nvPr/>
        </p:nvSpPr>
        <p:spPr>
          <a:xfrm>
            <a:off x="8636000" y="73660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Alternative Paths</a:t>
            </a:r>
            <a:endParaRPr lang="en-US" sz="2800" dirty="0"/>
          </a:p>
        </p:txBody>
      </p:sp>
      <p:sp>
        <p:nvSpPr>
          <p:cNvPr id="41" name="Shape 39"/>
          <p:cNvSpPr/>
          <p:nvPr/>
        </p:nvSpPr>
        <p:spPr>
          <a:xfrm>
            <a:off x="8636000" y="7937500"/>
            <a:ext cx="1270000" cy="0"/>
          </a:xfrm>
          <a:prstGeom prst="straightConnector1">
            <a:avLst/>
          </a:prstGeom>
          <a:noFill/>
          <a:ln w="50800">
            <a:solidFill>
              <a:srgbClr val="FF8C42"/>
            </a:solidFill>
            <a:prstDash val="solid"/>
            <a:headEnd type="none"/>
            <a:tailEnd type="none"/>
          </a:ln>
        </p:spPr>
      </p:sp>
      <p:sp>
        <p:nvSpPr>
          <p:cNvPr id="42" name="Text 40"/>
          <p:cNvSpPr/>
          <p:nvPr/>
        </p:nvSpPr>
        <p:spPr>
          <a:xfrm>
            <a:off x="8636000" y="8191500"/>
            <a:ext cx="6096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Owners can reject requests with a reason. If issues arise during an exchange, either party can report a dispute. The moderation team reviews incident reports and takes appropriate action.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15494000" y="7112000"/>
            <a:ext cx="7874000" cy="482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rgbClr val="5B4FCF"/>
              </a:gs>
              <a:gs pos="100000">
                <a:srgbClr val="8B7FE8"/>
              </a:gs>
            </a:gsLst>
            <a:lin ang="0" scaled="1"/>
          </a:gradFill>
          <a:ln/>
        </p:spPr>
      </p:sp>
      <p:sp>
        <p:nvSpPr>
          <p:cNvPr id="44" name="Shape 42"/>
          <p:cNvSpPr/>
          <p:nvPr/>
        </p:nvSpPr>
        <p:spPr>
          <a:xfrm>
            <a:off x="18605500" y="7493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cubicBezTo>
                  <a:pt x="387846" y="0"/>
                  <a:pt x="394692" y="1488"/>
                  <a:pt x="400943" y="4316"/>
                </a:cubicBezTo>
                <a:lnTo>
                  <a:pt x="681335" y="123230"/>
                </a:lnTo>
                <a:cubicBezTo>
                  <a:pt x="714077" y="137071"/>
                  <a:pt x="738485" y="169366"/>
                  <a:pt x="738336" y="208359"/>
                </a:cubicBezTo>
                <a:cubicBezTo>
                  <a:pt x="737592" y="355997"/>
                  <a:pt x="676870" y="626120"/>
                  <a:pt x="420439" y="748903"/>
                </a:cubicBezTo>
                <a:cubicBezTo>
                  <a:pt x="395585" y="760809"/>
                  <a:pt x="366713" y="760809"/>
                  <a:pt x="341858" y="748903"/>
                </a:cubicBezTo>
                <a:cubicBezTo>
                  <a:pt x="85279" y="626120"/>
                  <a:pt x="24705" y="355997"/>
                  <a:pt x="23961" y="208359"/>
                </a:cubicBezTo>
                <a:cubicBezTo>
                  <a:pt x="23812" y="169366"/>
                  <a:pt x="48220" y="137071"/>
                  <a:pt x="80962" y="123230"/>
                </a:cubicBezTo>
                <a:lnTo>
                  <a:pt x="361206" y="4316"/>
                </a:lnTo>
                <a:cubicBezTo>
                  <a:pt x="367457" y="1488"/>
                  <a:pt x="374154" y="0"/>
                  <a:pt x="381000" y="0"/>
                </a:cubicBezTo>
                <a:close/>
                <a:moveTo>
                  <a:pt x="381000" y="99417"/>
                </a:moveTo>
                <a:lnTo>
                  <a:pt x="381000" y="662136"/>
                </a:lnTo>
                <a:cubicBezTo>
                  <a:pt x="586383" y="562719"/>
                  <a:pt x="641598" y="342454"/>
                  <a:pt x="642938" y="210592"/>
                </a:cubicBezTo>
                <a:lnTo>
                  <a:pt x="381000" y="99566"/>
                </a:lnTo>
                <a:lnTo>
                  <a:pt x="381000" y="9956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15875000" y="8509000"/>
            <a:ext cx="711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QR Verification at Every Step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5875000" y="91440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QR codes are generated for each exchange phase, ensuring secure handoffs and creating an auditable trail for safety.</a:t>
            </a:r>
            <a:endParaRPr lang="en-US" sz="1800"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 flip="none" rotWithShape="1">
          <a:gsLst>
            <a:gs pos="0">
              <a:srgbClr val="EDE9FE"/>
            </a:gs>
            <a:gs pos="50000">
              <a:srgbClr val="F5F3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Lending Types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16000" y="15875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Flexible Options for Every Need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2349500"/>
            <a:ext cx="22352000" cy="0"/>
          </a:xfrm>
          <a:prstGeom prst="straightConnector1">
            <a:avLst/>
          </a:prstGeom>
          <a:noFill/>
          <a:ln w="12700">
            <a:solidFill>
              <a:srgbClr val="D4CCF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rot="5400000">
            <a:off x="1016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1460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1905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8" name="Shape 6"/>
          <p:cNvSpPr/>
          <p:nvPr/>
        </p:nvSpPr>
        <p:spPr>
          <a:xfrm rot="5400000">
            <a:off x="2349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2794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10" name="Shape 8"/>
          <p:cNvSpPr/>
          <p:nvPr/>
        </p:nvSpPr>
        <p:spPr>
          <a:xfrm rot="5400000">
            <a:off x="3238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3302000"/>
            <a:ext cx="6858000" cy="8890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6000" y="3302000"/>
            <a:ext cx="6858000" cy="2286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5B4FCF"/>
              </a:gs>
              <a:gs pos="100000">
                <a:srgbClr val="8B7FE8"/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3746500" y="3810000"/>
            <a:ext cx="1397000" cy="1397000"/>
          </a:xfrm>
          <a:custGeom>
            <a:avLst/>
            <a:gdLst/>
            <a:ahLst/>
            <a:cxnLst/>
            <a:rect l="l" t="t" r="r" b="b"/>
            <a:pathLst>
              <a:path w="1397000" h="1397000">
                <a:moveTo>
                  <a:pt x="1371352" y="410914"/>
                </a:moveTo>
                <a:lnTo>
                  <a:pt x="1109414" y="672852"/>
                </a:lnTo>
                <a:cubicBezTo>
                  <a:pt x="1084312" y="697954"/>
                  <a:pt x="1046931" y="705321"/>
                  <a:pt x="1014189" y="691679"/>
                </a:cubicBezTo>
                <a:cubicBezTo>
                  <a:pt x="981447" y="678036"/>
                  <a:pt x="960438" y="646385"/>
                  <a:pt x="960438" y="611188"/>
                </a:cubicBezTo>
                <a:lnTo>
                  <a:pt x="960438" y="436563"/>
                </a:lnTo>
                <a:lnTo>
                  <a:pt x="87313" y="436563"/>
                </a:lnTo>
                <a:cubicBezTo>
                  <a:pt x="39018" y="436563"/>
                  <a:pt x="0" y="397545"/>
                  <a:pt x="0" y="349250"/>
                </a:cubicBezTo>
                <a:cubicBezTo>
                  <a:pt x="0" y="300955"/>
                  <a:pt x="39018" y="261937"/>
                  <a:pt x="87313" y="261937"/>
                </a:cubicBezTo>
                <a:lnTo>
                  <a:pt x="960438" y="261937"/>
                </a:lnTo>
                <a:lnTo>
                  <a:pt x="960438" y="87313"/>
                </a:lnTo>
                <a:cubicBezTo>
                  <a:pt x="960438" y="52115"/>
                  <a:pt x="981720" y="20191"/>
                  <a:pt x="1014462" y="6548"/>
                </a:cubicBezTo>
                <a:cubicBezTo>
                  <a:pt x="1047204" y="-7094"/>
                  <a:pt x="1084585" y="546"/>
                  <a:pt x="1109687" y="25375"/>
                </a:cubicBezTo>
                <a:lnTo>
                  <a:pt x="1371625" y="287313"/>
                </a:lnTo>
                <a:cubicBezTo>
                  <a:pt x="1405731" y="321419"/>
                  <a:pt x="1405731" y="376808"/>
                  <a:pt x="1371625" y="410914"/>
                </a:cubicBezTo>
                <a:close/>
                <a:moveTo>
                  <a:pt x="287313" y="1371352"/>
                </a:moveTo>
                <a:lnTo>
                  <a:pt x="25375" y="1109414"/>
                </a:lnTo>
                <a:cubicBezTo>
                  <a:pt x="-8731" y="1075308"/>
                  <a:pt x="-8731" y="1019919"/>
                  <a:pt x="25375" y="985813"/>
                </a:cubicBezTo>
                <a:lnTo>
                  <a:pt x="287313" y="723875"/>
                </a:lnTo>
                <a:cubicBezTo>
                  <a:pt x="312415" y="698773"/>
                  <a:pt x="349796" y="691406"/>
                  <a:pt x="382538" y="705048"/>
                </a:cubicBezTo>
                <a:cubicBezTo>
                  <a:pt x="415280" y="718691"/>
                  <a:pt x="436563" y="750615"/>
                  <a:pt x="436563" y="785813"/>
                </a:cubicBezTo>
                <a:lnTo>
                  <a:pt x="436563" y="960438"/>
                </a:lnTo>
                <a:lnTo>
                  <a:pt x="1309688" y="960438"/>
                </a:lnTo>
                <a:cubicBezTo>
                  <a:pt x="1357982" y="960438"/>
                  <a:pt x="1397000" y="999455"/>
                  <a:pt x="1397000" y="1047750"/>
                </a:cubicBezTo>
                <a:cubicBezTo>
                  <a:pt x="1397000" y="1096045"/>
                  <a:pt x="1357982" y="1135063"/>
                  <a:pt x="1309688" y="1135063"/>
                </a:cubicBezTo>
                <a:lnTo>
                  <a:pt x="436563" y="1135063"/>
                </a:lnTo>
                <a:lnTo>
                  <a:pt x="436563" y="1309688"/>
                </a:lnTo>
                <a:cubicBezTo>
                  <a:pt x="436563" y="1344885"/>
                  <a:pt x="415280" y="1376809"/>
                  <a:pt x="382538" y="1390452"/>
                </a:cubicBezTo>
                <a:cubicBezTo>
                  <a:pt x="349796" y="1404094"/>
                  <a:pt x="312415" y="1396454"/>
                  <a:pt x="287313" y="13716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397000" y="5969000"/>
            <a:ext cx="609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Exchange Mode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3048000" y="6667500"/>
            <a:ext cx="2794000" cy="0"/>
          </a:xfrm>
          <a:prstGeom prst="straightConnector1">
            <a:avLst/>
          </a:prstGeom>
          <a:noFill/>
          <a:ln w="50800">
            <a:solidFill>
              <a:srgbClr val="5B4FCF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1524000" y="6985000"/>
            <a:ext cx="5842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Temporary lending with a set timeframe. The owner specifies receive date and return date. An optional lending fee can be set. The borrower must return the toy by the agreed date.</a:t>
            </a:r>
            <a:endParaRPr lang="en-US" sz="2200" dirty="0"/>
          </a:p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en-US" sz="22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for:</a:t>
            </a:r>
            <a:r>
              <a:rPr lang="en-US" sz="22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Expensive toys, seasonal items, and short-term play needs.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255000" y="3302000"/>
            <a:ext cx="6858000" cy="8890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55000" y="3302000"/>
            <a:ext cx="6858000" cy="2286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FF8C42"/>
              </a:gs>
              <a:gs pos="100000">
                <a:srgbClr val="FFB74D"/>
              </a:gs>
            </a:gsLst>
            <a:lin ang="8100000" scaled="1"/>
          </a:gradFill>
          <a:ln/>
        </p:spPr>
      </p:sp>
      <p:sp>
        <p:nvSpPr>
          <p:cNvPr id="19" name="Shape 17"/>
          <p:cNvSpPr/>
          <p:nvPr/>
        </p:nvSpPr>
        <p:spPr>
          <a:xfrm>
            <a:off x="10985500" y="3810000"/>
            <a:ext cx="1397000" cy="1397000"/>
          </a:xfrm>
          <a:custGeom>
            <a:avLst/>
            <a:gdLst/>
            <a:ahLst/>
            <a:cxnLst/>
            <a:rect l="l" t="t" r="r" b="b"/>
            <a:pathLst>
              <a:path w="1397000" h="1397000">
                <a:moveTo>
                  <a:pt x="877218" y="187722"/>
                </a:moveTo>
                <a:cubicBezTo>
                  <a:pt x="897954" y="152524"/>
                  <a:pt x="935608" y="130969"/>
                  <a:pt x="976263" y="130969"/>
                </a:cubicBezTo>
                <a:lnTo>
                  <a:pt x="982266" y="130969"/>
                </a:lnTo>
                <a:cubicBezTo>
                  <a:pt x="1042566" y="130969"/>
                  <a:pt x="1091406" y="179809"/>
                  <a:pt x="1091406" y="240109"/>
                </a:cubicBezTo>
                <a:cubicBezTo>
                  <a:pt x="1091406" y="300410"/>
                  <a:pt x="1042566" y="349250"/>
                  <a:pt x="982266" y="349250"/>
                </a:cubicBezTo>
                <a:lnTo>
                  <a:pt x="782265" y="349250"/>
                </a:lnTo>
                <a:lnTo>
                  <a:pt x="877218" y="187722"/>
                </a:lnTo>
                <a:close/>
                <a:moveTo>
                  <a:pt x="519782" y="187722"/>
                </a:moveTo>
                <a:lnTo>
                  <a:pt x="614735" y="349250"/>
                </a:lnTo>
                <a:lnTo>
                  <a:pt x="414734" y="349250"/>
                </a:lnTo>
                <a:cubicBezTo>
                  <a:pt x="354434" y="349250"/>
                  <a:pt x="305594" y="300410"/>
                  <a:pt x="305594" y="240109"/>
                </a:cubicBezTo>
                <a:cubicBezTo>
                  <a:pt x="305594" y="179809"/>
                  <a:pt x="354434" y="130969"/>
                  <a:pt x="414734" y="130969"/>
                </a:cubicBezTo>
                <a:lnTo>
                  <a:pt x="420737" y="130969"/>
                </a:lnTo>
                <a:cubicBezTo>
                  <a:pt x="461392" y="130969"/>
                  <a:pt x="499318" y="152524"/>
                  <a:pt x="519782" y="187722"/>
                </a:cubicBezTo>
                <a:close/>
                <a:moveTo>
                  <a:pt x="764257" y="121419"/>
                </a:moveTo>
                <a:lnTo>
                  <a:pt x="698500" y="233288"/>
                </a:lnTo>
                <a:lnTo>
                  <a:pt x="632743" y="121419"/>
                </a:lnTo>
                <a:cubicBezTo>
                  <a:pt x="588541" y="46112"/>
                  <a:pt x="507777" y="0"/>
                  <a:pt x="420737" y="0"/>
                </a:cubicBezTo>
                <a:lnTo>
                  <a:pt x="414734" y="0"/>
                </a:lnTo>
                <a:cubicBezTo>
                  <a:pt x="282129" y="0"/>
                  <a:pt x="174625" y="107504"/>
                  <a:pt x="174625" y="240109"/>
                </a:cubicBezTo>
                <a:cubicBezTo>
                  <a:pt x="174625" y="279400"/>
                  <a:pt x="184175" y="316508"/>
                  <a:pt x="200819" y="349250"/>
                </a:cubicBezTo>
                <a:lnTo>
                  <a:pt x="87313" y="349250"/>
                </a:lnTo>
                <a:cubicBezTo>
                  <a:pt x="39018" y="349250"/>
                  <a:pt x="0" y="388268"/>
                  <a:pt x="0" y="436563"/>
                </a:cubicBezTo>
                <a:lnTo>
                  <a:pt x="0" y="523875"/>
                </a:lnTo>
                <a:cubicBezTo>
                  <a:pt x="0" y="572170"/>
                  <a:pt x="39018" y="611188"/>
                  <a:pt x="87313" y="611188"/>
                </a:cubicBezTo>
                <a:lnTo>
                  <a:pt x="1309688" y="611188"/>
                </a:lnTo>
                <a:cubicBezTo>
                  <a:pt x="1357982" y="611188"/>
                  <a:pt x="1397000" y="572170"/>
                  <a:pt x="1397000" y="523875"/>
                </a:cubicBezTo>
                <a:lnTo>
                  <a:pt x="1397000" y="436563"/>
                </a:lnTo>
                <a:cubicBezTo>
                  <a:pt x="1397000" y="388268"/>
                  <a:pt x="1357982" y="349250"/>
                  <a:pt x="1309688" y="349250"/>
                </a:cubicBezTo>
                <a:lnTo>
                  <a:pt x="1196181" y="349250"/>
                </a:lnTo>
                <a:cubicBezTo>
                  <a:pt x="1212825" y="316508"/>
                  <a:pt x="1222375" y="279400"/>
                  <a:pt x="1222375" y="240109"/>
                </a:cubicBezTo>
                <a:cubicBezTo>
                  <a:pt x="1222375" y="107504"/>
                  <a:pt x="1114871" y="0"/>
                  <a:pt x="982266" y="0"/>
                </a:cubicBezTo>
                <a:lnTo>
                  <a:pt x="976263" y="0"/>
                </a:lnTo>
                <a:cubicBezTo>
                  <a:pt x="889223" y="0"/>
                  <a:pt x="808459" y="46112"/>
                  <a:pt x="764257" y="121146"/>
                </a:cubicBezTo>
                <a:close/>
                <a:moveTo>
                  <a:pt x="1309688" y="742156"/>
                </a:moveTo>
                <a:lnTo>
                  <a:pt x="763984" y="742156"/>
                </a:lnTo>
                <a:lnTo>
                  <a:pt x="763984" y="1309688"/>
                </a:lnTo>
                <a:lnTo>
                  <a:pt x="1135063" y="1309688"/>
                </a:lnTo>
                <a:cubicBezTo>
                  <a:pt x="1231379" y="1309688"/>
                  <a:pt x="1309688" y="1231379"/>
                  <a:pt x="1309688" y="1135063"/>
                </a:cubicBezTo>
                <a:lnTo>
                  <a:pt x="1309688" y="742156"/>
                </a:lnTo>
                <a:close/>
                <a:moveTo>
                  <a:pt x="633016" y="742156"/>
                </a:moveTo>
                <a:lnTo>
                  <a:pt x="87313" y="742156"/>
                </a:lnTo>
                <a:lnTo>
                  <a:pt x="87313" y="1135063"/>
                </a:lnTo>
                <a:cubicBezTo>
                  <a:pt x="87313" y="1231379"/>
                  <a:pt x="165621" y="1309688"/>
                  <a:pt x="261937" y="1309688"/>
                </a:cubicBezTo>
                <a:lnTo>
                  <a:pt x="633016" y="1309688"/>
                </a:lnTo>
                <a:lnTo>
                  <a:pt x="633016" y="74215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636000" y="5969000"/>
            <a:ext cx="609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Donation Mode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10287000" y="6667500"/>
            <a:ext cx="2794000" cy="0"/>
          </a:xfrm>
          <a:prstGeom prst="straightConnector1">
            <a:avLst/>
          </a:prstGeom>
          <a:noFill/>
          <a:ln w="50800">
            <a:solidFill>
              <a:srgbClr val="FF8C42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8763000" y="6985000"/>
            <a:ext cx="5842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Permanent gift with no return expected. The toy is transferred to the new family forever. A wonderful way to pass on beloved toys that your children have outgrown.</a:t>
            </a:r>
            <a:endParaRPr lang="en-US" sz="2200" dirty="0"/>
          </a:p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en-US" sz="22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for:</a:t>
            </a:r>
            <a:r>
              <a:rPr lang="en-US" sz="22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Outgrown toys, decluttering, and community giving.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5494000" y="3302000"/>
            <a:ext cx="7874000" cy="8890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24" name="Shape 22"/>
          <p:cNvSpPr/>
          <p:nvPr/>
        </p:nvSpPr>
        <p:spPr>
          <a:xfrm>
            <a:off x="15494000" y="3302000"/>
            <a:ext cx="7874000" cy="2286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8B7FE8"/>
              </a:gs>
              <a:gs pos="100000">
                <a:srgbClr val="B39DDB"/>
              </a:gs>
            </a:gsLst>
            <a:lin ang="8100000" scaled="1"/>
          </a:gradFill>
          <a:ln/>
        </p:spPr>
      </p:sp>
      <p:sp>
        <p:nvSpPr>
          <p:cNvPr id="25" name="Shape 23"/>
          <p:cNvSpPr/>
          <p:nvPr/>
        </p:nvSpPr>
        <p:spPr>
          <a:xfrm>
            <a:off x="18732500" y="3810000"/>
            <a:ext cx="1397000" cy="1397000"/>
          </a:xfrm>
          <a:custGeom>
            <a:avLst/>
            <a:gdLst/>
            <a:ahLst/>
            <a:cxnLst/>
            <a:rect l="l" t="t" r="r" b="b"/>
            <a:pathLst>
              <a:path w="1397000" h="1397000">
                <a:moveTo>
                  <a:pt x="698500" y="0"/>
                </a:moveTo>
                <a:cubicBezTo>
                  <a:pt x="1084013" y="0"/>
                  <a:pt x="1397000" y="312987"/>
                  <a:pt x="1397000" y="698500"/>
                </a:cubicBezTo>
                <a:cubicBezTo>
                  <a:pt x="1397000" y="1084013"/>
                  <a:pt x="1084013" y="1397000"/>
                  <a:pt x="698500" y="1397000"/>
                </a:cubicBezTo>
                <a:cubicBezTo>
                  <a:pt x="312987" y="1397000"/>
                  <a:pt x="0" y="1084013"/>
                  <a:pt x="0" y="698500"/>
                </a:cubicBezTo>
                <a:cubicBezTo>
                  <a:pt x="0" y="312987"/>
                  <a:pt x="312987" y="0"/>
                  <a:pt x="698500" y="0"/>
                </a:cubicBezTo>
                <a:close/>
                <a:moveTo>
                  <a:pt x="633016" y="327422"/>
                </a:moveTo>
                <a:lnTo>
                  <a:pt x="633016" y="698500"/>
                </a:lnTo>
                <a:cubicBezTo>
                  <a:pt x="633016" y="720328"/>
                  <a:pt x="643930" y="740792"/>
                  <a:pt x="662211" y="753070"/>
                </a:cubicBezTo>
                <a:lnTo>
                  <a:pt x="924148" y="927695"/>
                </a:lnTo>
                <a:cubicBezTo>
                  <a:pt x="954162" y="947886"/>
                  <a:pt x="994817" y="939701"/>
                  <a:pt x="1015008" y="909414"/>
                </a:cubicBezTo>
                <a:cubicBezTo>
                  <a:pt x="1035199" y="879128"/>
                  <a:pt x="1027013" y="838746"/>
                  <a:pt x="996727" y="818555"/>
                </a:cubicBezTo>
                <a:lnTo>
                  <a:pt x="763984" y="663575"/>
                </a:lnTo>
                <a:lnTo>
                  <a:pt x="763984" y="327422"/>
                </a:lnTo>
                <a:cubicBezTo>
                  <a:pt x="763984" y="291133"/>
                  <a:pt x="734789" y="261937"/>
                  <a:pt x="698500" y="261937"/>
                </a:cubicBezTo>
                <a:cubicBezTo>
                  <a:pt x="662211" y="261937"/>
                  <a:pt x="633016" y="291133"/>
                  <a:pt x="633016" y="32742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6002000" y="5969000"/>
            <a:ext cx="685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Time-Based Lending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18034000" y="6667500"/>
            <a:ext cx="2794000" cy="0"/>
          </a:xfrm>
          <a:prstGeom prst="straightConnector1">
            <a:avLst/>
          </a:prstGeom>
          <a:noFill/>
          <a:ln w="50800">
            <a:solidFill>
              <a:srgbClr val="8B7FE8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16002000" y="6985000"/>
            <a:ext cx="6858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Flexible duration lending by hours or days. Set a specific borrowing period — perfect for weekend playdates, party supplies, or trying out toys before committing.</a:t>
            </a:r>
            <a:endParaRPr lang="en-US" sz="2200" dirty="0"/>
          </a:p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en-US" sz="22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for:</a:t>
            </a:r>
            <a:r>
              <a:rPr lang="en-US" sz="22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Party toys, trial periods, and event-specific needs.</a:t>
            </a:r>
            <a:endParaRPr lang="en-US" sz="2200" dirty="0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gradFill flip="none" rotWithShape="1">
          <a:gsLst>
            <a:gs pos="0">
              <a:srgbClr val="EDE9FE"/>
            </a:gs>
            <a:gs pos="50000">
              <a:srgbClr val="F5F3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Reputation System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16000" y="15875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Building Trust in the Community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2349500"/>
            <a:ext cx="10922000" cy="0"/>
          </a:xfrm>
          <a:prstGeom prst="straightConnector1">
            <a:avLst/>
          </a:prstGeom>
          <a:noFill/>
          <a:ln w="12700">
            <a:solidFill>
              <a:srgbClr val="D4CCF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016000" y="2921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99219" y="198438"/>
                </a:moveTo>
                <a:cubicBezTo>
                  <a:pt x="121171" y="198438"/>
                  <a:pt x="138906" y="216173"/>
                  <a:pt x="138906" y="238125"/>
                </a:cubicBezTo>
                <a:lnTo>
                  <a:pt x="138906" y="555625"/>
                </a:lnTo>
                <a:cubicBezTo>
                  <a:pt x="138906" y="577577"/>
                  <a:pt x="121171" y="595313"/>
                  <a:pt x="99219" y="595313"/>
                </a:cubicBezTo>
                <a:lnTo>
                  <a:pt x="39688" y="595313"/>
                </a:lnTo>
                <a:cubicBezTo>
                  <a:pt x="17735" y="595313"/>
                  <a:pt x="0" y="577577"/>
                  <a:pt x="0" y="555625"/>
                </a:cubicBezTo>
                <a:lnTo>
                  <a:pt x="0" y="238125"/>
                </a:lnTo>
                <a:cubicBezTo>
                  <a:pt x="0" y="216173"/>
                  <a:pt x="17735" y="198438"/>
                  <a:pt x="39688" y="198438"/>
                </a:cubicBezTo>
                <a:lnTo>
                  <a:pt x="99219" y="198438"/>
                </a:lnTo>
                <a:close/>
                <a:moveTo>
                  <a:pt x="335607" y="19844"/>
                </a:moveTo>
                <a:cubicBezTo>
                  <a:pt x="369466" y="19844"/>
                  <a:pt x="396875" y="47253"/>
                  <a:pt x="396875" y="81111"/>
                </a:cubicBezTo>
                <a:lnTo>
                  <a:pt x="396875" y="86320"/>
                </a:lnTo>
                <a:cubicBezTo>
                  <a:pt x="396875" y="94754"/>
                  <a:pt x="395263" y="103188"/>
                  <a:pt x="392162" y="111001"/>
                </a:cubicBezTo>
                <a:lnTo>
                  <a:pt x="357188" y="198438"/>
                </a:lnTo>
                <a:lnTo>
                  <a:pt x="555625" y="198438"/>
                </a:lnTo>
                <a:cubicBezTo>
                  <a:pt x="588491" y="198438"/>
                  <a:pt x="615156" y="225103"/>
                  <a:pt x="615156" y="257969"/>
                </a:cubicBezTo>
                <a:cubicBezTo>
                  <a:pt x="615156" y="282401"/>
                  <a:pt x="600397" y="303361"/>
                  <a:pt x="579313" y="312539"/>
                </a:cubicBezTo>
                <a:cubicBezTo>
                  <a:pt x="600397" y="321717"/>
                  <a:pt x="615156" y="342677"/>
                  <a:pt x="615156" y="367109"/>
                </a:cubicBezTo>
                <a:cubicBezTo>
                  <a:pt x="615156" y="396131"/>
                  <a:pt x="594320" y="420315"/>
                  <a:pt x="566787" y="425524"/>
                </a:cubicBezTo>
                <a:cubicBezTo>
                  <a:pt x="572244" y="434578"/>
                  <a:pt x="575469" y="445120"/>
                  <a:pt x="575469" y="456406"/>
                </a:cubicBezTo>
                <a:cubicBezTo>
                  <a:pt x="575469" y="483939"/>
                  <a:pt x="556865" y="507008"/>
                  <a:pt x="531564" y="513829"/>
                </a:cubicBezTo>
                <a:cubicBezTo>
                  <a:pt x="534293" y="520650"/>
                  <a:pt x="535781" y="528092"/>
                  <a:pt x="535781" y="535781"/>
                </a:cubicBezTo>
                <a:cubicBezTo>
                  <a:pt x="535781" y="568647"/>
                  <a:pt x="509116" y="595313"/>
                  <a:pt x="476250" y="595313"/>
                </a:cubicBezTo>
                <a:lnTo>
                  <a:pt x="367233" y="595313"/>
                </a:lnTo>
                <a:cubicBezTo>
                  <a:pt x="322213" y="595313"/>
                  <a:pt x="278433" y="579934"/>
                  <a:pt x="243334" y="551780"/>
                </a:cubicBezTo>
                <a:lnTo>
                  <a:pt x="228203" y="539750"/>
                </a:lnTo>
                <a:cubicBezTo>
                  <a:pt x="209352" y="524743"/>
                  <a:pt x="198438" y="501923"/>
                  <a:pt x="198438" y="477738"/>
                </a:cubicBezTo>
                <a:lnTo>
                  <a:pt x="198438" y="246311"/>
                </a:lnTo>
                <a:cubicBezTo>
                  <a:pt x="198438" y="227831"/>
                  <a:pt x="202778" y="209600"/>
                  <a:pt x="210964" y="193104"/>
                </a:cubicBezTo>
                <a:lnTo>
                  <a:pt x="280665" y="53702"/>
                </a:lnTo>
                <a:cubicBezTo>
                  <a:pt x="291083" y="32990"/>
                  <a:pt x="312291" y="19844"/>
                  <a:pt x="335607" y="19844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1905000" y="2921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Positive Feedback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905000" y="3492500"/>
            <a:ext cx="9525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each exchange, both parties can leave positive feedback. Great for recognizing reliable community members.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16000" y="4572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476250" y="39688"/>
                </a:moveTo>
                <a:cubicBezTo>
                  <a:pt x="509116" y="39688"/>
                  <a:pt x="535781" y="66353"/>
                  <a:pt x="535781" y="99219"/>
                </a:cubicBezTo>
                <a:cubicBezTo>
                  <a:pt x="535781" y="107032"/>
                  <a:pt x="534169" y="114350"/>
                  <a:pt x="531564" y="121171"/>
                </a:cubicBezTo>
                <a:cubicBezTo>
                  <a:pt x="556865" y="127992"/>
                  <a:pt x="575469" y="151061"/>
                  <a:pt x="575469" y="178594"/>
                </a:cubicBezTo>
                <a:cubicBezTo>
                  <a:pt x="575469" y="189880"/>
                  <a:pt x="572244" y="200422"/>
                  <a:pt x="566787" y="209476"/>
                </a:cubicBezTo>
                <a:cubicBezTo>
                  <a:pt x="594320" y="214685"/>
                  <a:pt x="615156" y="238869"/>
                  <a:pt x="615156" y="267891"/>
                </a:cubicBezTo>
                <a:cubicBezTo>
                  <a:pt x="615156" y="292323"/>
                  <a:pt x="600397" y="313283"/>
                  <a:pt x="579313" y="322461"/>
                </a:cubicBezTo>
                <a:cubicBezTo>
                  <a:pt x="600397" y="331639"/>
                  <a:pt x="615156" y="352599"/>
                  <a:pt x="615156" y="377031"/>
                </a:cubicBezTo>
                <a:cubicBezTo>
                  <a:pt x="615156" y="409897"/>
                  <a:pt x="588491" y="436563"/>
                  <a:pt x="555625" y="436563"/>
                </a:cubicBezTo>
                <a:lnTo>
                  <a:pt x="357188" y="436563"/>
                </a:lnTo>
                <a:lnTo>
                  <a:pt x="392162" y="523875"/>
                </a:lnTo>
                <a:cubicBezTo>
                  <a:pt x="395263" y="531688"/>
                  <a:pt x="396875" y="540122"/>
                  <a:pt x="396875" y="548556"/>
                </a:cubicBezTo>
                <a:lnTo>
                  <a:pt x="396875" y="553765"/>
                </a:lnTo>
                <a:cubicBezTo>
                  <a:pt x="396875" y="587623"/>
                  <a:pt x="369466" y="615032"/>
                  <a:pt x="335607" y="615032"/>
                </a:cubicBezTo>
                <a:cubicBezTo>
                  <a:pt x="312415" y="615032"/>
                  <a:pt x="291207" y="601886"/>
                  <a:pt x="280789" y="581174"/>
                </a:cubicBezTo>
                <a:lnTo>
                  <a:pt x="210964" y="441896"/>
                </a:lnTo>
                <a:cubicBezTo>
                  <a:pt x="202654" y="425400"/>
                  <a:pt x="198438" y="407169"/>
                  <a:pt x="198438" y="388689"/>
                </a:cubicBezTo>
                <a:lnTo>
                  <a:pt x="198438" y="157262"/>
                </a:lnTo>
                <a:cubicBezTo>
                  <a:pt x="198438" y="133201"/>
                  <a:pt x="209476" y="110381"/>
                  <a:pt x="228203" y="95250"/>
                </a:cubicBezTo>
                <a:lnTo>
                  <a:pt x="243334" y="83220"/>
                </a:lnTo>
                <a:cubicBezTo>
                  <a:pt x="278557" y="55066"/>
                  <a:pt x="322213" y="39688"/>
                  <a:pt x="367233" y="39688"/>
                </a:cubicBezTo>
                <a:lnTo>
                  <a:pt x="476250" y="39688"/>
                </a:lnTo>
                <a:close/>
                <a:moveTo>
                  <a:pt x="99219" y="119062"/>
                </a:moveTo>
                <a:cubicBezTo>
                  <a:pt x="121171" y="119062"/>
                  <a:pt x="138906" y="136798"/>
                  <a:pt x="138906" y="158750"/>
                </a:cubicBezTo>
                <a:lnTo>
                  <a:pt x="138906" y="476250"/>
                </a:lnTo>
                <a:cubicBezTo>
                  <a:pt x="138906" y="498202"/>
                  <a:pt x="121171" y="515937"/>
                  <a:pt x="99219" y="515937"/>
                </a:cubicBezTo>
                <a:lnTo>
                  <a:pt x="39688" y="515937"/>
                </a:lnTo>
                <a:cubicBezTo>
                  <a:pt x="17735" y="515937"/>
                  <a:pt x="0" y="498202"/>
                  <a:pt x="0" y="476250"/>
                </a:cubicBezTo>
                <a:lnTo>
                  <a:pt x="0" y="158750"/>
                </a:lnTo>
                <a:cubicBezTo>
                  <a:pt x="0" y="136798"/>
                  <a:pt x="17735" y="119062"/>
                  <a:pt x="39688" y="119062"/>
                </a:cubicBezTo>
                <a:lnTo>
                  <a:pt x="99219" y="119062"/>
                </a:lnTo>
                <a:close/>
              </a:path>
            </a:pathLst>
          </a:custGeom>
          <a:solidFill>
            <a:srgbClr val="F44336"/>
          </a:solidFill>
          <a:ln/>
        </p:spPr>
      </p:sp>
      <p:sp>
        <p:nvSpPr>
          <p:cNvPr id="9" name="Text 7"/>
          <p:cNvSpPr/>
          <p:nvPr/>
        </p:nvSpPr>
        <p:spPr>
          <a:xfrm>
            <a:off x="1905000" y="4572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Negative Feedback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905000" y="5143500"/>
            <a:ext cx="952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Constructive negative feedback helps maintain quality. Flag issues like late returns or damaged toys.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55688" y="6223000"/>
            <a:ext cx="555625" cy="635000"/>
          </a:xfrm>
          <a:custGeom>
            <a:avLst/>
            <a:gdLst/>
            <a:ahLst/>
            <a:cxnLst/>
            <a:rect l="l" t="t" r="r" b="b"/>
            <a:pathLst>
              <a:path w="555625" h="635000">
                <a:moveTo>
                  <a:pt x="278185" y="158750"/>
                </a:moveTo>
                <a:lnTo>
                  <a:pt x="173261" y="-15999"/>
                </a:lnTo>
                <a:cubicBezTo>
                  <a:pt x="165199" y="-29394"/>
                  <a:pt x="148332" y="-34230"/>
                  <a:pt x="134441" y="-27285"/>
                </a:cubicBezTo>
                <a:lnTo>
                  <a:pt x="27037" y="26417"/>
                </a:lnTo>
                <a:cubicBezTo>
                  <a:pt x="12278" y="33734"/>
                  <a:pt x="6325" y="51594"/>
                  <a:pt x="13643" y="66353"/>
                </a:cubicBezTo>
                <a:lnTo>
                  <a:pt x="99963" y="238869"/>
                </a:lnTo>
                <a:cubicBezTo>
                  <a:pt x="62632" y="280913"/>
                  <a:pt x="40060" y="336228"/>
                  <a:pt x="40060" y="396875"/>
                </a:cubicBezTo>
                <a:cubicBezTo>
                  <a:pt x="40060" y="528340"/>
                  <a:pt x="146720" y="635000"/>
                  <a:pt x="278185" y="635000"/>
                </a:cubicBezTo>
                <a:cubicBezTo>
                  <a:pt x="409649" y="635000"/>
                  <a:pt x="516310" y="528340"/>
                  <a:pt x="516310" y="396875"/>
                </a:cubicBezTo>
                <a:cubicBezTo>
                  <a:pt x="516310" y="336228"/>
                  <a:pt x="493613" y="280913"/>
                  <a:pt x="456406" y="238869"/>
                </a:cubicBezTo>
                <a:lnTo>
                  <a:pt x="542727" y="66353"/>
                </a:lnTo>
                <a:cubicBezTo>
                  <a:pt x="550044" y="51594"/>
                  <a:pt x="544091" y="33734"/>
                  <a:pt x="529456" y="26417"/>
                </a:cubicBezTo>
                <a:lnTo>
                  <a:pt x="421928" y="-27409"/>
                </a:lnTo>
                <a:cubicBezTo>
                  <a:pt x="408037" y="-34354"/>
                  <a:pt x="391046" y="-29394"/>
                  <a:pt x="383108" y="-16123"/>
                </a:cubicBezTo>
                <a:lnTo>
                  <a:pt x="278185" y="158750"/>
                </a:lnTo>
                <a:close/>
                <a:moveTo>
                  <a:pt x="316384" y="335483"/>
                </a:moveTo>
                <a:cubicBezTo>
                  <a:pt x="318120" y="338956"/>
                  <a:pt x="321345" y="341312"/>
                  <a:pt x="325065" y="341809"/>
                </a:cubicBezTo>
                <a:lnTo>
                  <a:pt x="387201" y="350862"/>
                </a:lnTo>
                <a:cubicBezTo>
                  <a:pt x="396751" y="352227"/>
                  <a:pt x="400472" y="363885"/>
                  <a:pt x="393650" y="370706"/>
                </a:cubicBezTo>
                <a:lnTo>
                  <a:pt x="348630" y="414610"/>
                </a:lnTo>
                <a:cubicBezTo>
                  <a:pt x="345901" y="417339"/>
                  <a:pt x="344661" y="421060"/>
                  <a:pt x="345281" y="424904"/>
                </a:cubicBezTo>
                <a:lnTo>
                  <a:pt x="355947" y="486792"/>
                </a:lnTo>
                <a:cubicBezTo>
                  <a:pt x="357560" y="496218"/>
                  <a:pt x="347638" y="503535"/>
                  <a:pt x="339080" y="499070"/>
                </a:cubicBezTo>
                <a:lnTo>
                  <a:pt x="283518" y="469801"/>
                </a:lnTo>
                <a:cubicBezTo>
                  <a:pt x="280169" y="468064"/>
                  <a:pt x="276076" y="468064"/>
                  <a:pt x="272728" y="469801"/>
                </a:cubicBezTo>
                <a:lnTo>
                  <a:pt x="217165" y="499070"/>
                </a:lnTo>
                <a:cubicBezTo>
                  <a:pt x="208607" y="503535"/>
                  <a:pt x="198686" y="496342"/>
                  <a:pt x="200298" y="486792"/>
                </a:cubicBezTo>
                <a:lnTo>
                  <a:pt x="210964" y="424904"/>
                </a:lnTo>
                <a:cubicBezTo>
                  <a:pt x="211584" y="421184"/>
                  <a:pt x="210344" y="417339"/>
                  <a:pt x="207615" y="414610"/>
                </a:cubicBezTo>
                <a:lnTo>
                  <a:pt x="162595" y="370706"/>
                </a:lnTo>
                <a:cubicBezTo>
                  <a:pt x="155649" y="364009"/>
                  <a:pt x="159494" y="352351"/>
                  <a:pt x="169044" y="350862"/>
                </a:cubicBezTo>
                <a:lnTo>
                  <a:pt x="231180" y="341809"/>
                </a:lnTo>
                <a:cubicBezTo>
                  <a:pt x="234900" y="341313"/>
                  <a:pt x="238249" y="338832"/>
                  <a:pt x="239861" y="335483"/>
                </a:cubicBezTo>
                <a:lnTo>
                  <a:pt x="267643" y="279177"/>
                </a:lnTo>
                <a:cubicBezTo>
                  <a:pt x="271859" y="270495"/>
                  <a:pt x="284138" y="270495"/>
                  <a:pt x="288479" y="279177"/>
                </a:cubicBezTo>
                <a:lnTo>
                  <a:pt x="316260" y="335483"/>
                </a:ln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12" name="Text 10"/>
          <p:cNvSpPr/>
          <p:nvPr/>
        </p:nvSpPr>
        <p:spPr>
          <a:xfrm>
            <a:off x="1905000" y="6223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Rating Badges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905000" y="6794500"/>
            <a:ext cx="952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 badges on user profiles show reputation level. Bronze, Silver, Gold, and Platinum tiers.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16000" y="7874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79375" y="79375"/>
                </a:moveTo>
                <a:cubicBezTo>
                  <a:pt x="79375" y="57423"/>
                  <a:pt x="61640" y="39688"/>
                  <a:pt x="39688" y="39688"/>
                </a:cubicBezTo>
                <a:cubicBezTo>
                  <a:pt x="17735" y="39688"/>
                  <a:pt x="0" y="57423"/>
                  <a:pt x="0" y="79375"/>
                </a:cubicBezTo>
                <a:lnTo>
                  <a:pt x="0" y="496094"/>
                </a:lnTo>
                <a:cubicBezTo>
                  <a:pt x="0" y="550912"/>
                  <a:pt x="44400" y="595313"/>
                  <a:pt x="99219" y="595313"/>
                </a:cubicBezTo>
                <a:lnTo>
                  <a:pt x="595313" y="595313"/>
                </a:lnTo>
                <a:cubicBezTo>
                  <a:pt x="617265" y="595313"/>
                  <a:pt x="635000" y="577577"/>
                  <a:pt x="635000" y="555625"/>
                </a:cubicBezTo>
                <a:cubicBezTo>
                  <a:pt x="635000" y="533673"/>
                  <a:pt x="617265" y="515937"/>
                  <a:pt x="595313" y="515937"/>
                </a:cubicBezTo>
                <a:lnTo>
                  <a:pt x="99219" y="515937"/>
                </a:lnTo>
                <a:cubicBezTo>
                  <a:pt x="88305" y="515937"/>
                  <a:pt x="79375" y="507008"/>
                  <a:pt x="79375" y="496094"/>
                </a:cubicBezTo>
                <a:lnTo>
                  <a:pt x="79375" y="79375"/>
                </a:lnTo>
                <a:close/>
                <a:moveTo>
                  <a:pt x="583654" y="186779"/>
                </a:moveTo>
                <a:cubicBezTo>
                  <a:pt x="599157" y="171276"/>
                  <a:pt x="599157" y="146100"/>
                  <a:pt x="583654" y="130597"/>
                </a:cubicBezTo>
                <a:cubicBezTo>
                  <a:pt x="568151" y="115094"/>
                  <a:pt x="542975" y="115094"/>
                  <a:pt x="527472" y="130597"/>
                </a:cubicBezTo>
                <a:lnTo>
                  <a:pt x="396875" y="261317"/>
                </a:lnTo>
                <a:lnTo>
                  <a:pt x="325686" y="190252"/>
                </a:lnTo>
                <a:cubicBezTo>
                  <a:pt x="310183" y="174749"/>
                  <a:pt x="285006" y="174749"/>
                  <a:pt x="269503" y="190252"/>
                </a:cubicBezTo>
                <a:lnTo>
                  <a:pt x="150440" y="309314"/>
                </a:lnTo>
                <a:cubicBezTo>
                  <a:pt x="134938" y="324817"/>
                  <a:pt x="134938" y="349994"/>
                  <a:pt x="150440" y="365497"/>
                </a:cubicBezTo>
                <a:cubicBezTo>
                  <a:pt x="165943" y="381000"/>
                  <a:pt x="191120" y="381000"/>
                  <a:pt x="206623" y="365497"/>
                </a:cubicBezTo>
                <a:lnTo>
                  <a:pt x="297656" y="274464"/>
                </a:lnTo>
                <a:lnTo>
                  <a:pt x="368846" y="345653"/>
                </a:lnTo>
                <a:cubicBezTo>
                  <a:pt x="384349" y="361156"/>
                  <a:pt x="409525" y="361156"/>
                  <a:pt x="425028" y="345653"/>
                </a:cubicBezTo>
                <a:lnTo>
                  <a:pt x="583778" y="186903"/>
                </a:lnTo>
                <a:close/>
              </a:path>
            </a:pathLst>
          </a:custGeom>
          <a:solidFill>
            <a:srgbClr val="5B4FCF"/>
          </a:solidFill>
          <a:ln/>
        </p:spPr>
      </p:sp>
      <p:sp>
        <p:nvSpPr>
          <p:cNvPr id="15" name="Text 13"/>
          <p:cNvSpPr/>
          <p:nvPr/>
        </p:nvSpPr>
        <p:spPr>
          <a:xfrm>
            <a:off x="1905000" y="7874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Trust Score Algorithm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905000" y="8445500"/>
            <a:ext cx="952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Calculated as positive percentage of total exchanges. Higher scores get priority in search results.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016000" y="9906000"/>
            <a:ext cx="10922000" cy="1270000"/>
          </a:xfrm>
          <a:prstGeom prst="roundRect">
            <a:avLst>
              <a:gd name="adj" fmla="val 6000"/>
            </a:avLst>
          </a:prstGeom>
          <a:solidFill>
            <a:srgbClr val="5B4FCF"/>
          </a:solidFill>
          <a:ln/>
        </p:spPr>
      </p:sp>
      <p:sp>
        <p:nvSpPr>
          <p:cNvPr id="18" name="Text 16"/>
          <p:cNvSpPr/>
          <p:nvPr/>
        </p:nvSpPr>
        <p:spPr>
          <a:xfrm>
            <a:off x="1397000" y="10033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Trust is the foundation of sharing.</a:t>
            </a: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Our reputation system ensures every exchange is safe and reliable.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700000" y="2794000"/>
            <a:ext cx="10922000" cy="8382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20" name="Shape 18"/>
          <p:cNvSpPr/>
          <p:nvPr/>
        </p:nvSpPr>
        <p:spPr>
          <a:xfrm>
            <a:off x="12700000" y="2794000"/>
            <a:ext cx="10922000" cy="1524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5B4FCF"/>
              </a:gs>
              <a:gs pos="100000">
                <a:srgbClr val="8B7FE8"/>
              </a:gs>
            </a:gsLst>
            <a:lin ang="0" scaled="1"/>
          </a:gradFill>
          <a:ln/>
        </p:spPr>
      </p:sp>
      <p:sp>
        <p:nvSpPr>
          <p:cNvPr id="21" name="Shape 19"/>
          <p:cNvSpPr/>
          <p:nvPr/>
        </p:nvSpPr>
        <p:spPr>
          <a:xfrm>
            <a:off x="13208000" y="3302000"/>
            <a:ext cx="762000" cy="76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3422313" y="34925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66688" y="184547"/>
                </a:moveTo>
                <a:cubicBezTo>
                  <a:pt x="215972" y="184547"/>
                  <a:pt x="255984" y="144534"/>
                  <a:pt x="255984" y="95250"/>
                </a:cubicBezTo>
                <a:cubicBezTo>
                  <a:pt x="255984" y="45966"/>
                  <a:pt x="215972" y="5953"/>
                  <a:pt x="166688" y="5953"/>
                </a:cubicBezTo>
                <a:cubicBezTo>
                  <a:pt x="117403" y="5953"/>
                  <a:pt x="77391" y="45966"/>
                  <a:pt x="77391" y="95250"/>
                </a:cubicBezTo>
                <a:cubicBezTo>
                  <a:pt x="77391" y="144534"/>
                  <a:pt x="117403" y="184547"/>
                  <a:pt x="166687" y="184547"/>
                </a:cubicBezTo>
                <a:close/>
                <a:moveTo>
                  <a:pt x="144587" y="226219"/>
                </a:moveTo>
                <a:cubicBezTo>
                  <a:pt x="71289" y="226219"/>
                  <a:pt x="11906" y="285601"/>
                  <a:pt x="11906" y="358899"/>
                </a:cubicBezTo>
                <a:cubicBezTo>
                  <a:pt x="11906" y="371103"/>
                  <a:pt x="21803" y="381000"/>
                  <a:pt x="34007" y="381000"/>
                </a:cubicBezTo>
                <a:lnTo>
                  <a:pt x="299368" y="381000"/>
                </a:lnTo>
                <a:cubicBezTo>
                  <a:pt x="311572" y="381000"/>
                  <a:pt x="321469" y="371103"/>
                  <a:pt x="321469" y="358899"/>
                </a:cubicBezTo>
                <a:cubicBezTo>
                  <a:pt x="321469" y="285601"/>
                  <a:pt x="262086" y="226219"/>
                  <a:pt x="188788" y="226219"/>
                </a:cubicBezTo>
                <a:lnTo>
                  <a:pt x="144587" y="226219"/>
                </a:lnTo>
                <a:close/>
              </a:path>
            </a:pathLst>
          </a:custGeom>
          <a:solidFill>
            <a:srgbClr val="5B4FCF"/>
          </a:solidFill>
          <a:ln/>
        </p:spPr>
      </p:sp>
      <p:sp>
        <p:nvSpPr>
          <p:cNvPr id="23" name="Text 21"/>
          <p:cNvSpPr/>
          <p:nvPr/>
        </p:nvSpPr>
        <p:spPr>
          <a:xfrm>
            <a:off x="14224000" y="3365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Sarah M.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224000" y="3810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Gold Member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3303250" y="4826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07082" y="-18752"/>
                </a:moveTo>
                <a:cubicBezTo>
                  <a:pt x="303014" y="-26690"/>
                  <a:pt x="294779" y="-31750"/>
                  <a:pt x="285849" y="-31750"/>
                </a:cubicBezTo>
                <a:cubicBezTo>
                  <a:pt x="276920" y="-31750"/>
                  <a:pt x="268684" y="-26690"/>
                  <a:pt x="264616" y="-18752"/>
                </a:cubicBezTo>
                <a:lnTo>
                  <a:pt x="191591" y="124321"/>
                </a:lnTo>
                <a:lnTo>
                  <a:pt x="32941" y="149523"/>
                </a:lnTo>
                <a:cubicBezTo>
                  <a:pt x="24110" y="150912"/>
                  <a:pt x="16768" y="157162"/>
                  <a:pt x="13990" y="165695"/>
                </a:cubicBezTo>
                <a:cubicBezTo>
                  <a:pt x="11212" y="174228"/>
                  <a:pt x="13494" y="183555"/>
                  <a:pt x="19745" y="189905"/>
                </a:cubicBezTo>
                <a:lnTo>
                  <a:pt x="133251" y="303510"/>
                </a:lnTo>
                <a:lnTo>
                  <a:pt x="108248" y="462161"/>
                </a:lnTo>
                <a:cubicBezTo>
                  <a:pt x="106859" y="470991"/>
                  <a:pt x="110530" y="479921"/>
                  <a:pt x="117773" y="485180"/>
                </a:cubicBezTo>
                <a:cubicBezTo>
                  <a:pt x="125016" y="490438"/>
                  <a:pt x="134541" y="491232"/>
                  <a:pt x="142577" y="487164"/>
                </a:cubicBezTo>
                <a:lnTo>
                  <a:pt x="285849" y="414338"/>
                </a:lnTo>
                <a:lnTo>
                  <a:pt x="429022" y="487164"/>
                </a:lnTo>
                <a:cubicBezTo>
                  <a:pt x="436959" y="491232"/>
                  <a:pt x="446584" y="490438"/>
                  <a:pt x="453827" y="485180"/>
                </a:cubicBezTo>
                <a:cubicBezTo>
                  <a:pt x="461070" y="479921"/>
                  <a:pt x="464741" y="471091"/>
                  <a:pt x="463352" y="462161"/>
                </a:cubicBezTo>
                <a:lnTo>
                  <a:pt x="438249" y="303510"/>
                </a:lnTo>
                <a:lnTo>
                  <a:pt x="551755" y="189905"/>
                </a:lnTo>
                <a:cubicBezTo>
                  <a:pt x="558105" y="183555"/>
                  <a:pt x="560288" y="174228"/>
                  <a:pt x="557510" y="165695"/>
                </a:cubicBezTo>
                <a:cubicBezTo>
                  <a:pt x="554732" y="157163"/>
                  <a:pt x="547489" y="150912"/>
                  <a:pt x="538559" y="149523"/>
                </a:cubicBezTo>
                <a:lnTo>
                  <a:pt x="380008" y="124321"/>
                </a:lnTo>
                <a:lnTo>
                  <a:pt x="307082" y="-18752"/>
                </a:ln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26" name="Shape 24"/>
          <p:cNvSpPr/>
          <p:nvPr/>
        </p:nvSpPr>
        <p:spPr>
          <a:xfrm>
            <a:off x="13938250" y="4826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07082" y="-18752"/>
                </a:moveTo>
                <a:cubicBezTo>
                  <a:pt x="303014" y="-26690"/>
                  <a:pt x="294779" y="-31750"/>
                  <a:pt x="285849" y="-31750"/>
                </a:cubicBezTo>
                <a:cubicBezTo>
                  <a:pt x="276920" y="-31750"/>
                  <a:pt x="268684" y="-26690"/>
                  <a:pt x="264616" y="-18752"/>
                </a:cubicBezTo>
                <a:lnTo>
                  <a:pt x="191591" y="124321"/>
                </a:lnTo>
                <a:lnTo>
                  <a:pt x="32941" y="149523"/>
                </a:lnTo>
                <a:cubicBezTo>
                  <a:pt x="24110" y="150912"/>
                  <a:pt x="16768" y="157162"/>
                  <a:pt x="13990" y="165695"/>
                </a:cubicBezTo>
                <a:cubicBezTo>
                  <a:pt x="11212" y="174228"/>
                  <a:pt x="13494" y="183555"/>
                  <a:pt x="19745" y="189905"/>
                </a:cubicBezTo>
                <a:lnTo>
                  <a:pt x="133251" y="303510"/>
                </a:lnTo>
                <a:lnTo>
                  <a:pt x="108248" y="462161"/>
                </a:lnTo>
                <a:cubicBezTo>
                  <a:pt x="106859" y="470991"/>
                  <a:pt x="110530" y="479921"/>
                  <a:pt x="117773" y="485180"/>
                </a:cubicBezTo>
                <a:cubicBezTo>
                  <a:pt x="125016" y="490438"/>
                  <a:pt x="134541" y="491232"/>
                  <a:pt x="142577" y="487164"/>
                </a:cubicBezTo>
                <a:lnTo>
                  <a:pt x="285849" y="414338"/>
                </a:lnTo>
                <a:lnTo>
                  <a:pt x="429022" y="487164"/>
                </a:lnTo>
                <a:cubicBezTo>
                  <a:pt x="436959" y="491232"/>
                  <a:pt x="446584" y="490438"/>
                  <a:pt x="453827" y="485180"/>
                </a:cubicBezTo>
                <a:cubicBezTo>
                  <a:pt x="461070" y="479921"/>
                  <a:pt x="464741" y="471091"/>
                  <a:pt x="463352" y="462161"/>
                </a:cubicBezTo>
                <a:lnTo>
                  <a:pt x="438249" y="303510"/>
                </a:lnTo>
                <a:lnTo>
                  <a:pt x="551755" y="189905"/>
                </a:lnTo>
                <a:cubicBezTo>
                  <a:pt x="558105" y="183555"/>
                  <a:pt x="560288" y="174228"/>
                  <a:pt x="557510" y="165695"/>
                </a:cubicBezTo>
                <a:cubicBezTo>
                  <a:pt x="554732" y="157163"/>
                  <a:pt x="547489" y="150912"/>
                  <a:pt x="538559" y="149523"/>
                </a:cubicBezTo>
                <a:lnTo>
                  <a:pt x="380008" y="124321"/>
                </a:lnTo>
                <a:lnTo>
                  <a:pt x="307082" y="-18752"/>
                </a:ln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27" name="Shape 25"/>
          <p:cNvSpPr/>
          <p:nvPr/>
        </p:nvSpPr>
        <p:spPr>
          <a:xfrm>
            <a:off x="14573250" y="4826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07082" y="-18752"/>
                </a:moveTo>
                <a:cubicBezTo>
                  <a:pt x="303014" y="-26690"/>
                  <a:pt x="294779" y="-31750"/>
                  <a:pt x="285849" y="-31750"/>
                </a:cubicBezTo>
                <a:cubicBezTo>
                  <a:pt x="276920" y="-31750"/>
                  <a:pt x="268684" y="-26690"/>
                  <a:pt x="264616" y="-18752"/>
                </a:cubicBezTo>
                <a:lnTo>
                  <a:pt x="191591" y="124321"/>
                </a:lnTo>
                <a:lnTo>
                  <a:pt x="32941" y="149523"/>
                </a:lnTo>
                <a:cubicBezTo>
                  <a:pt x="24110" y="150912"/>
                  <a:pt x="16768" y="157162"/>
                  <a:pt x="13990" y="165695"/>
                </a:cubicBezTo>
                <a:cubicBezTo>
                  <a:pt x="11212" y="174228"/>
                  <a:pt x="13494" y="183555"/>
                  <a:pt x="19745" y="189905"/>
                </a:cubicBezTo>
                <a:lnTo>
                  <a:pt x="133251" y="303510"/>
                </a:lnTo>
                <a:lnTo>
                  <a:pt x="108248" y="462161"/>
                </a:lnTo>
                <a:cubicBezTo>
                  <a:pt x="106859" y="470991"/>
                  <a:pt x="110530" y="479921"/>
                  <a:pt x="117773" y="485180"/>
                </a:cubicBezTo>
                <a:cubicBezTo>
                  <a:pt x="125016" y="490438"/>
                  <a:pt x="134541" y="491232"/>
                  <a:pt x="142577" y="487164"/>
                </a:cubicBezTo>
                <a:lnTo>
                  <a:pt x="285849" y="414338"/>
                </a:lnTo>
                <a:lnTo>
                  <a:pt x="429022" y="487164"/>
                </a:lnTo>
                <a:cubicBezTo>
                  <a:pt x="436959" y="491232"/>
                  <a:pt x="446584" y="490438"/>
                  <a:pt x="453827" y="485180"/>
                </a:cubicBezTo>
                <a:cubicBezTo>
                  <a:pt x="461070" y="479921"/>
                  <a:pt x="464741" y="471091"/>
                  <a:pt x="463352" y="462161"/>
                </a:cubicBezTo>
                <a:lnTo>
                  <a:pt x="438249" y="303510"/>
                </a:lnTo>
                <a:lnTo>
                  <a:pt x="551755" y="189905"/>
                </a:lnTo>
                <a:cubicBezTo>
                  <a:pt x="558105" y="183555"/>
                  <a:pt x="560288" y="174228"/>
                  <a:pt x="557510" y="165695"/>
                </a:cubicBezTo>
                <a:cubicBezTo>
                  <a:pt x="554732" y="157163"/>
                  <a:pt x="547489" y="150912"/>
                  <a:pt x="538559" y="149523"/>
                </a:cubicBezTo>
                <a:lnTo>
                  <a:pt x="380008" y="124321"/>
                </a:lnTo>
                <a:lnTo>
                  <a:pt x="307082" y="-18752"/>
                </a:ln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28" name="Shape 26"/>
          <p:cNvSpPr/>
          <p:nvPr/>
        </p:nvSpPr>
        <p:spPr>
          <a:xfrm>
            <a:off x="15208250" y="4826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07082" y="-18752"/>
                </a:moveTo>
                <a:cubicBezTo>
                  <a:pt x="303014" y="-26690"/>
                  <a:pt x="294779" y="-31750"/>
                  <a:pt x="285849" y="-31750"/>
                </a:cubicBezTo>
                <a:cubicBezTo>
                  <a:pt x="276920" y="-31750"/>
                  <a:pt x="268684" y="-26690"/>
                  <a:pt x="264616" y="-18752"/>
                </a:cubicBezTo>
                <a:lnTo>
                  <a:pt x="191591" y="124321"/>
                </a:lnTo>
                <a:lnTo>
                  <a:pt x="32941" y="149523"/>
                </a:lnTo>
                <a:cubicBezTo>
                  <a:pt x="24110" y="150912"/>
                  <a:pt x="16768" y="157162"/>
                  <a:pt x="13990" y="165695"/>
                </a:cubicBezTo>
                <a:cubicBezTo>
                  <a:pt x="11212" y="174228"/>
                  <a:pt x="13494" y="183555"/>
                  <a:pt x="19745" y="189905"/>
                </a:cubicBezTo>
                <a:lnTo>
                  <a:pt x="133251" y="303510"/>
                </a:lnTo>
                <a:lnTo>
                  <a:pt x="108248" y="462161"/>
                </a:lnTo>
                <a:cubicBezTo>
                  <a:pt x="106859" y="470991"/>
                  <a:pt x="110530" y="479921"/>
                  <a:pt x="117773" y="485180"/>
                </a:cubicBezTo>
                <a:cubicBezTo>
                  <a:pt x="125016" y="490438"/>
                  <a:pt x="134541" y="491232"/>
                  <a:pt x="142577" y="487164"/>
                </a:cubicBezTo>
                <a:lnTo>
                  <a:pt x="285849" y="414338"/>
                </a:lnTo>
                <a:lnTo>
                  <a:pt x="429022" y="487164"/>
                </a:lnTo>
                <a:cubicBezTo>
                  <a:pt x="436959" y="491232"/>
                  <a:pt x="446584" y="490438"/>
                  <a:pt x="453827" y="485180"/>
                </a:cubicBezTo>
                <a:cubicBezTo>
                  <a:pt x="461070" y="479921"/>
                  <a:pt x="464741" y="471091"/>
                  <a:pt x="463352" y="462161"/>
                </a:cubicBezTo>
                <a:lnTo>
                  <a:pt x="438249" y="303510"/>
                </a:lnTo>
                <a:lnTo>
                  <a:pt x="551755" y="189905"/>
                </a:lnTo>
                <a:cubicBezTo>
                  <a:pt x="558105" y="183555"/>
                  <a:pt x="560288" y="174228"/>
                  <a:pt x="557510" y="165695"/>
                </a:cubicBezTo>
                <a:cubicBezTo>
                  <a:pt x="554732" y="157163"/>
                  <a:pt x="547489" y="150912"/>
                  <a:pt x="538559" y="149523"/>
                </a:cubicBezTo>
                <a:lnTo>
                  <a:pt x="380008" y="124321"/>
                </a:lnTo>
                <a:lnTo>
                  <a:pt x="307082" y="-18752"/>
                </a:ln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29" name="Shape 27"/>
          <p:cNvSpPr/>
          <p:nvPr/>
        </p:nvSpPr>
        <p:spPr>
          <a:xfrm>
            <a:off x="15843250" y="4826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85849" y="350838"/>
                </a:moveTo>
                <a:cubicBezTo>
                  <a:pt x="295771" y="350838"/>
                  <a:pt x="305594" y="353120"/>
                  <a:pt x="314623" y="357783"/>
                </a:cubicBezTo>
                <a:lnTo>
                  <a:pt x="388441" y="395387"/>
                </a:lnTo>
                <a:lnTo>
                  <a:pt x="375543" y="313531"/>
                </a:lnTo>
                <a:cubicBezTo>
                  <a:pt x="372368" y="293489"/>
                  <a:pt x="379016" y="273149"/>
                  <a:pt x="393303" y="258763"/>
                </a:cubicBezTo>
                <a:lnTo>
                  <a:pt x="451842" y="200124"/>
                </a:lnTo>
                <a:lnTo>
                  <a:pt x="369987" y="187127"/>
                </a:lnTo>
                <a:cubicBezTo>
                  <a:pt x="349945" y="183952"/>
                  <a:pt x="332581" y="171351"/>
                  <a:pt x="323354" y="153293"/>
                </a:cubicBezTo>
                <a:lnTo>
                  <a:pt x="285651" y="79474"/>
                </a:lnTo>
                <a:lnTo>
                  <a:pt x="285651" y="350937"/>
                </a:lnTo>
                <a:close/>
                <a:moveTo>
                  <a:pt x="453827" y="485180"/>
                </a:moveTo>
                <a:cubicBezTo>
                  <a:pt x="446584" y="490438"/>
                  <a:pt x="436959" y="491232"/>
                  <a:pt x="429022" y="487164"/>
                </a:cubicBezTo>
                <a:lnTo>
                  <a:pt x="285849" y="414338"/>
                </a:lnTo>
                <a:lnTo>
                  <a:pt x="142677" y="487164"/>
                </a:lnTo>
                <a:cubicBezTo>
                  <a:pt x="134739" y="491232"/>
                  <a:pt x="125115" y="490438"/>
                  <a:pt x="117872" y="485180"/>
                </a:cubicBezTo>
                <a:cubicBezTo>
                  <a:pt x="110629" y="479921"/>
                  <a:pt x="106958" y="471091"/>
                  <a:pt x="108347" y="462161"/>
                </a:cubicBezTo>
                <a:lnTo>
                  <a:pt x="133350" y="303510"/>
                </a:lnTo>
                <a:lnTo>
                  <a:pt x="19844" y="189905"/>
                </a:lnTo>
                <a:cubicBezTo>
                  <a:pt x="13494" y="183555"/>
                  <a:pt x="11311" y="174228"/>
                  <a:pt x="14089" y="165695"/>
                </a:cubicBezTo>
                <a:cubicBezTo>
                  <a:pt x="16867" y="157163"/>
                  <a:pt x="24110" y="150912"/>
                  <a:pt x="33040" y="149523"/>
                </a:cubicBezTo>
                <a:lnTo>
                  <a:pt x="191691" y="124321"/>
                </a:lnTo>
                <a:lnTo>
                  <a:pt x="264716" y="-18752"/>
                </a:lnTo>
                <a:cubicBezTo>
                  <a:pt x="268784" y="-26690"/>
                  <a:pt x="277019" y="-31750"/>
                  <a:pt x="285948" y="-31750"/>
                </a:cubicBezTo>
                <a:cubicBezTo>
                  <a:pt x="294878" y="-31750"/>
                  <a:pt x="303113" y="-26690"/>
                  <a:pt x="307181" y="-18752"/>
                </a:cubicBezTo>
                <a:lnTo>
                  <a:pt x="380008" y="124321"/>
                </a:lnTo>
                <a:lnTo>
                  <a:pt x="538659" y="149523"/>
                </a:lnTo>
                <a:cubicBezTo>
                  <a:pt x="547489" y="150912"/>
                  <a:pt x="554831" y="157162"/>
                  <a:pt x="557609" y="165695"/>
                </a:cubicBezTo>
                <a:cubicBezTo>
                  <a:pt x="560388" y="174228"/>
                  <a:pt x="558105" y="183555"/>
                  <a:pt x="551855" y="189905"/>
                </a:cubicBezTo>
                <a:lnTo>
                  <a:pt x="438249" y="303510"/>
                </a:lnTo>
                <a:lnTo>
                  <a:pt x="463352" y="462161"/>
                </a:lnTo>
                <a:cubicBezTo>
                  <a:pt x="464741" y="470991"/>
                  <a:pt x="461070" y="479921"/>
                  <a:pt x="453827" y="48518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30" name="Text 28"/>
          <p:cNvSpPr/>
          <p:nvPr/>
        </p:nvSpPr>
        <p:spPr>
          <a:xfrm>
            <a:off x="16637000" y="4826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4.8 / 5.0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3335000" y="5842000"/>
            <a:ext cx="2794000" cy="1270000"/>
          </a:xfrm>
          <a:prstGeom prst="roundRect">
            <a:avLst>
              <a:gd name="adj" fmla="val 10000"/>
            </a:avLst>
          </a:prstGeom>
          <a:solidFill>
            <a:srgbClr val="D4CCF9"/>
          </a:solidFill>
          <a:ln/>
        </p:spPr>
      </p:sp>
      <p:sp>
        <p:nvSpPr>
          <p:cNvPr id="32" name="Text 30"/>
          <p:cNvSpPr/>
          <p:nvPr/>
        </p:nvSpPr>
        <p:spPr>
          <a:xfrm>
            <a:off x="13335000" y="596900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5B4FC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335000" y="65405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Exchanges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6637000" y="5842000"/>
            <a:ext cx="2794000" cy="1270000"/>
          </a:xfrm>
          <a:prstGeom prst="roundRect">
            <a:avLst>
              <a:gd name="adj" fmla="val 10000"/>
            </a:avLst>
          </a:prstGeom>
          <a:solidFill>
            <a:srgbClr val="D4CCF9"/>
          </a:solidFill>
          <a:ln/>
        </p:spPr>
      </p:sp>
      <p:sp>
        <p:nvSpPr>
          <p:cNvPr id="35" name="Text 33"/>
          <p:cNvSpPr/>
          <p:nvPr/>
        </p:nvSpPr>
        <p:spPr>
          <a:xfrm>
            <a:off x="16637000" y="596900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4CAF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98%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6637000" y="65405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Positive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3335000" y="7620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Recent Reviews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13335000" y="8255000"/>
            <a:ext cx="965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5B4FC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"Great lender!"</a:t>
            </a:r>
            <a:r>
              <a:rPr lang="en-US" sz="18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Toy returned in perfect condition, on time.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335000" y="9144000"/>
            <a:ext cx="965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5B4FC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"Very responsive"</a:t>
            </a:r>
            <a:r>
              <a:rPr lang="en-US" sz="18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Quick replies and flexible pickup time.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3335000" y="10033000"/>
            <a:ext cx="965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5B4FC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"Highly recommended"</a:t>
            </a:r>
            <a:r>
              <a:rPr lang="en-US" sz="18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My kids loved the LEGO set!</a:t>
            </a:r>
            <a:endParaRPr lang="en-US" sz="1800" dirty="0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gradFill flip="none" rotWithShape="1">
          <a:gsLst>
            <a:gs pos="0">
              <a:srgbClr val="EDE9FE"/>
            </a:gs>
            <a:gs pos="50000">
              <a:srgbClr val="F5F3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Safety &amp; Moderation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16000" y="15875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Keeping the Community Safe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2349500"/>
            <a:ext cx="22352000" cy="0"/>
          </a:xfrm>
          <a:prstGeom prst="straightConnector1">
            <a:avLst/>
          </a:prstGeom>
          <a:noFill/>
          <a:ln w="12700">
            <a:solidFill>
              <a:srgbClr val="D4CCF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rot="5400000">
            <a:off x="1016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1460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1905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8" name="Shape 6"/>
          <p:cNvSpPr/>
          <p:nvPr/>
        </p:nvSpPr>
        <p:spPr>
          <a:xfrm rot="5400000">
            <a:off x="2349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2794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10" name="Shape 8"/>
          <p:cNvSpPr/>
          <p:nvPr/>
        </p:nvSpPr>
        <p:spPr>
          <a:xfrm rot="5400000">
            <a:off x="3238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3302000"/>
            <a:ext cx="5334000" cy="4826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6000" y="3302000"/>
            <a:ext cx="5334000" cy="762000"/>
          </a:xfrm>
          <a:prstGeom prst="roundRect">
            <a:avLst>
              <a:gd name="adj" fmla="val 8000"/>
            </a:avLst>
          </a:prstGeom>
          <a:solidFill>
            <a:srgbClr val="F4433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3302000"/>
            <a:ext cx="203200" cy="76200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4" name="Shape 12"/>
          <p:cNvSpPr/>
          <p:nvPr/>
        </p:nvSpPr>
        <p:spPr>
          <a:xfrm>
            <a:off x="1397000" y="342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64331" y="409277"/>
                </a:moveTo>
                <a:lnTo>
                  <a:pt x="98723" y="143669"/>
                </a:lnTo>
                <a:cubicBezTo>
                  <a:pt x="76498" y="174823"/>
                  <a:pt x="63500" y="212923"/>
                  <a:pt x="63500" y="254000"/>
                </a:cubicBezTo>
                <a:cubicBezTo>
                  <a:pt x="63500" y="359172"/>
                  <a:pt x="148828" y="444500"/>
                  <a:pt x="254000" y="444500"/>
                </a:cubicBezTo>
                <a:cubicBezTo>
                  <a:pt x="295176" y="444500"/>
                  <a:pt x="333276" y="431502"/>
                  <a:pt x="364331" y="409277"/>
                </a:cubicBezTo>
                <a:close/>
                <a:moveTo>
                  <a:pt x="409277" y="364331"/>
                </a:moveTo>
                <a:cubicBezTo>
                  <a:pt x="431502" y="333177"/>
                  <a:pt x="444500" y="295077"/>
                  <a:pt x="444500" y="254000"/>
                </a:cubicBezTo>
                <a:cubicBezTo>
                  <a:pt x="444500" y="148828"/>
                  <a:pt x="359172" y="63500"/>
                  <a:pt x="254000" y="63500"/>
                </a:cubicBezTo>
                <a:cubicBezTo>
                  <a:pt x="212824" y="63500"/>
                  <a:pt x="174724" y="76498"/>
                  <a:pt x="143669" y="98723"/>
                </a:cubicBezTo>
                <a:lnTo>
                  <a:pt x="409277" y="364331"/>
                </a:lnTo>
                <a:close/>
                <a:moveTo>
                  <a:pt x="0" y="254000"/>
                </a:moveTo>
                <a:cubicBezTo>
                  <a:pt x="0" y="113814"/>
                  <a:pt x="113814" y="0"/>
                  <a:pt x="254000" y="0"/>
                </a:cubicBez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032000" y="342900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Blocking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97000" y="4445000"/>
            <a:ext cx="4826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Blacklist feature allows users to block problematic members. Blocked users cannot view your toys, send requests, or message you. Your blacklist is private and reversible.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604000" y="3302000"/>
            <a:ext cx="5334000" cy="4826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18" name="Shape 16"/>
          <p:cNvSpPr/>
          <p:nvPr/>
        </p:nvSpPr>
        <p:spPr>
          <a:xfrm>
            <a:off x="6604000" y="3302000"/>
            <a:ext cx="5334000" cy="762000"/>
          </a:xfrm>
          <a:prstGeom prst="roundRect">
            <a:avLst>
              <a:gd name="adj" fmla="val 8000"/>
            </a:avLst>
          </a:prstGeom>
          <a:solidFill>
            <a:srgbClr val="FFC107"/>
          </a:solidFill>
          <a:ln/>
        </p:spPr>
      </p:sp>
      <p:sp>
        <p:nvSpPr>
          <p:cNvPr id="19" name="Shape 17"/>
          <p:cNvSpPr/>
          <p:nvPr/>
        </p:nvSpPr>
        <p:spPr>
          <a:xfrm>
            <a:off x="6604000" y="3302000"/>
            <a:ext cx="203200" cy="762000"/>
          </a:xfrm>
          <a:prstGeom prst="rect">
            <a:avLst/>
          </a:prstGeom>
          <a:solidFill>
            <a:srgbClr val="B78103"/>
          </a:solidFill>
          <a:ln/>
        </p:spPr>
      </p:sp>
      <p:sp>
        <p:nvSpPr>
          <p:cNvPr id="20" name="Shape 18"/>
          <p:cNvSpPr/>
          <p:nvPr/>
        </p:nvSpPr>
        <p:spPr>
          <a:xfrm>
            <a:off x="7016750" y="3429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63500" y="31750"/>
                </a:moveTo>
                <a:cubicBezTo>
                  <a:pt x="63500" y="14188"/>
                  <a:pt x="49312" y="0"/>
                  <a:pt x="31750" y="0"/>
                </a:cubicBezTo>
                <a:cubicBezTo>
                  <a:pt x="14188" y="0"/>
                  <a:pt x="0" y="14188"/>
                  <a:pt x="0" y="31750"/>
                </a:cubicBezTo>
                <a:lnTo>
                  <a:pt x="0" y="476250"/>
                </a:lnTo>
                <a:cubicBezTo>
                  <a:pt x="0" y="493812"/>
                  <a:pt x="14188" y="508000"/>
                  <a:pt x="31750" y="508000"/>
                </a:cubicBezTo>
                <a:cubicBezTo>
                  <a:pt x="49312" y="508000"/>
                  <a:pt x="63500" y="493812"/>
                  <a:pt x="63500" y="476250"/>
                </a:cubicBezTo>
                <a:lnTo>
                  <a:pt x="63500" y="355600"/>
                </a:lnTo>
                <a:lnTo>
                  <a:pt x="125710" y="336947"/>
                </a:lnTo>
                <a:cubicBezTo>
                  <a:pt x="167283" y="324445"/>
                  <a:pt x="212130" y="328315"/>
                  <a:pt x="250924" y="347762"/>
                </a:cubicBezTo>
                <a:cubicBezTo>
                  <a:pt x="293291" y="368995"/>
                  <a:pt x="342702" y="371574"/>
                  <a:pt x="387052" y="354905"/>
                </a:cubicBezTo>
                <a:lnTo>
                  <a:pt x="423863" y="341114"/>
                </a:lnTo>
                <a:cubicBezTo>
                  <a:pt x="436265" y="336451"/>
                  <a:pt x="444500" y="324644"/>
                  <a:pt x="444500" y="311348"/>
                </a:cubicBezTo>
                <a:lnTo>
                  <a:pt x="444500" y="65584"/>
                </a:lnTo>
                <a:cubicBezTo>
                  <a:pt x="444500" y="42763"/>
                  <a:pt x="420489" y="27880"/>
                  <a:pt x="400050" y="38100"/>
                </a:cubicBezTo>
                <a:lnTo>
                  <a:pt x="388342" y="43954"/>
                </a:lnTo>
                <a:cubicBezTo>
                  <a:pt x="343793" y="66278"/>
                  <a:pt x="291306" y="66278"/>
                  <a:pt x="246658" y="43954"/>
                </a:cubicBezTo>
                <a:cubicBezTo>
                  <a:pt x="210542" y="25896"/>
                  <a:pt x="168970" y="22324"/>
                  <a:pt x="130373" y="33933"/>
                </a:cubicBezTo>
                <a:lnTo>
                  <a:pt x="63500" y="53975"/>
                </a:lnTo>
                <a:lnTo>
                  <a:pt x="63500" y="317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620000" y="342900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Dispute Reporting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85000" y="4445000"/>
            <a:ext cx="4699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 disputes directly from the exchange screen. Describe the issue, attach evidence, and our moderation team will review within 24 hours and take appropriate action.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2192000" y="3302000"/>
            <a:ext cx="5334000" cy="4826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24" name="Shape 22"/>
          <p:cNvSpPr/>
          <p:nvPr/>
        </p:nvSpPr>
        <p:spPr>
          <a:xfrm>
            <a:off x="12192000" y="3302000"/>
            <a:ext cx="5334000" cy="762000"/>
          </a:xfrm>
          <a:prstGeom prst="roundRect">
            <a:avLst>
              <a:gd name="adj" fmla="val 8000"/>
            </a:avLst>
          </a:prstGeom>
          <a:solidFill>
            <a:srgbClr val="FF8C42"/>
          </a:solidFill>
          <a:ln/>
        </p:spPr>
      </p:sp>
      <p:sp>
        <p:nvSpPr>
          <p:cNvPr id="25" name="Shape 23"/>
          <p:cNvSpPr/>
          <p:nvPr/>
        </p:nvSpPr>
        <p:spPr>
          <a:xfrm>
            <a:off x="12192000" y="3302000"/>
            <a:ext cx="203200" cy="7620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6" name="Shape 24"/>
          <p:cNvSpPr/>
          <p:nvPr/>
        </p:nvSpPr>
        <p:spPr>
          <a:xfrm>
            <a:off x="12573000" y="342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68585" y="0"/>
                  <a:pt x="281980" y="8037"/>
                  <a:pt x="288925" y="20836"/>
                </a:cubicBezTo>
                <a:lnTo>
                  <a:pt x="503238" y="417711"/>
                </a:lnTo>
                <a:cubicBezTo>
                  <a:pt x="509885" y="430014"/>
                  <a:pt x="509588" y="444897"/>
                  <a:pt x="502444" y="456902"/>
                </a:cubicBezTo>
                <a:cubicBezTo>
                  <a:pt x="495300" y="468908"/>
                  <a:pt x="482302" y="476250"/>
                  <a:pt x="468313" y="476250"/>
                </a:cubicBezTo>
                <a:lnTo>
                  <a:pt x="39688" y="476250"/>
                </a:lnTo>
                <a:cubicBezTo>
                  <a:pt x="25698" y="476250"/>
                  <a:pt x="12799" y="468908"/>
                  <a:pt x="5556" y="456902"/>
                </a:cubicBezTo>
                <a:cubicBezTo>
                  <a:pt x="-1687" y="444897"/>
                  <a:pt x="-1885" y="430014"/>
                  <a:pt x="4763" y="417711"/>
                </a:cubicBezTo>
                <a:lnTo>
                  <a:pt x="219075" y="20836"/>
                </a:lnTo>
                <a:cubicBezTo>
                  <a:pt x="226020" y="8037"/>
                  <a:pt x="239415" y="0"/>
                  <a:pt x="254000" y="0"/>
                </a:cubicBezTo>
                <a:close/>
                <a:moveTo>
                  <a:pt x="254000" y="166688"/>
                </a:moveTo>
                <a:cubicBezTo>
                  <a:pt x="240804" y="166688"/>
                  <a:pt x="230188" y="177304"/>
                  <a:pt x="230188" y="190500"/>
                </a:cubicBezTo>
                <a:lnTo>
                  <a:pt x="230188" y="301625"/>
                </a:lnTo>
                <a:cubicBezTo>
                  <a:pt x="230188" y="314821"/>
                  <a:pt x="240804" y="325438"/>
                  <a:pt x="254000" y="325438"/>
                </a:cubicBezTo>
                <a:cubicBezTo>
                  <a:pt x="267196" y="325438"/>
                  <a:pt x="277813" y="314821"/>
                  <a:pt x="277813" y="301625"/>
                </a:cubicBezTo>
                <a:lnTo>
                  <a:pt x="277813" y="190500"/>
                </a:lnTo>
                <a:cubicBezTo>
                  <a:pt x="277813" y="177304"/>
                  <a:pt x="267196" y="166688"/>
                  <a:pt x="254000" y="166688"/>
                </a:cubicBezTo>
                <a:close/>
                <a:moveTo>
                  <a:pt x="280491" y="381000"/>
                </a:moveTo>
                <a:cubicBezTo>
                  <a:pt x="281094" y="371167"/>
                  <a:pt x="276190" y="361811"/>
                  <a:pt x="267761" y="356712"/>
                </a:cubicBezTo>
                <a:cubicBezTo>
                  <a:pt x="259331" y="351613"/>
                  <a:pt x="248768" y="351613"/>
                  <a:pt x="240339" y="356712"/>
                </a:cubicBezTo>
                <a:cubicBezTo>
                  <a:pt x="231909" y="361811"/>
                  <a:pt x="227005" y="371167"/>
                  <a:pt x="227608" y="381000"/>
                </a:cubicBezTo>
                <a:cubicBezTo>
                  <a:pt x="227005" y="390833"/>
                  <a:pt x="231909" y="400189"/>
                  <a:pt x="240339" y="405288"/>
                </a:cubicBezTo>
                <a:cubicBezTo>
                  <a:pt x="248768" y="410387"/>
                  <a:pt x="259331" y="410387"/>
                  <a:pt x="267761" y="405288"/>
                </a:cubicBezTo>
                <a:cubicBezTo>
                  <a:pt x="276190" y="400189"/>
                  <a:pt x="281094" y="390833"/>
                  <a:pt x="280491" y="3810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3208000" y="342900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Incident Reports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573000" y="4445000"/>
            <a:ext cx="4699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 lost, stolen, or damaged toys through the dedicated incident system. Insurance integration coming soon. Document everything with photos and descriptions.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7780000" y="3302000"/>
            <a:ext cx="5588000" cy="4826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30" name="Shape 28"/>
          <p:cNvSpPr/>
          <p:nvPr/>
        </p:nvSpPr>
        <p:spPr>
          <a:xfrm>
            <a:off x="17780000" y="3302000"/>
            <a:ext cx="5588000" cy="762000"/>
          </a:xfrm>
          <a:prstGeom prst="roundRect">
            <a:avLst>
              <a:gd name="adj" fmla="val 8000"/>
            </a:avLst>
          </a:prstGeom>
          <a:solidFill>
            <a:srgbClr val="5B4FCF"/>
          </a:solidFill>
          <a:ln/>
        </p:spPr>
      </p:sp>
      <p:sp>
        <p:nvSpPr>
          <p:cNvPr id="31" name="Shape 29"/>
          <p:cNvSpPr/>
          <p:nvPr/>
        </p:nvSpPr>
        <p:spPr>
          <a:xfrm>
            <a:off x="17780000" y="3302000"/>
            <a:ext cx="203200" cy="762000"/>
          </a:xfrm>
          <a:prstGeom prst="rect">
            <a:avLst/>
          </a:prstGeom>
          <a:solidFill>
            <a:srgbClr val="3D32A8"/>
          </a:solidFill>
          <a:ln/>
        </p:spPr>
      </p:sp>
      <p:sp>
        <p:nvSpPr>
          <p:cNvPr id="32" name="Shape 30"/>
          <p:cNvSpPr/>
          <p:nvPr/>
        </p:nvSpPr>
        <p:spPr>
          <a:xfrm>
            <a:off x="18192750" y="3429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63500" y="158750"/>
                </a:moveTo>
                <a:lnTo>
                  <a:pt x="127000" y="158750"/>
                </a:lnTo>
                <a:lnTo>
                  <a:pt x="127000" y="95250"/>
                </a:lnTo>
                <a:lnTo>
                  <a:pt x="63500" y="95250"/>
                </a:lnTo>
                <a:lnTo>
                  <a:pt x="63500" y="158750"/>
                </a:lnTo>
                <a:close/>
                <a:moveTo>
                  <a:pt x="0" y="79375"/>
                </a:moveTo>
                <a:cubicBezTo>
                  <a:pt x="0" y="53082"/>
                  <a:pt x="21332" y="31750"/>
                  <a:pt x="47625" y="31750"/>
                </a:cubicBezTo>
                <a:lnTo>
                  <a:pt x="142875" y="31750"/>
                </a:lnTo>
                <a:cubicBezTo>
                  <a:pt x="169168" y="31750"/>
                  <a:pt x="190500" y="53082"/>
                  <a:pt x="190500" y="79375"/>
                </a:cubicBezTo>
                <a:lnTo>
                  <a:pt x="190500" y="174625"/>
                </a:lnTo>
                <a:cubicBezTo>
                  <a:pt x="190500" y="200918"/>
                  <a:pt x="169168" y="222250"/>
                  <a:pt x="142875" y="222250"/>
                </a:cubicBezTo>
                <a:lnTo>
                  <a:pt x="47625" y="222250"/>
                </a:lnTo>
                <a:cubicBezTo>
                  <a:pt x="21332" y="222250"/>
                  <a:pt x="0" y="200918"/>
                  <a:pt x="0" y="174625"/>
                </a:cubicBezTo>
                <a:lnTo>
                  <a:pt x="0" y="79375"/>
                </a:lnTo>
                <a:close/>
                <a:moveTo>
                  <a:pt x="63500" y="412750"/>
                </a:moveTo>
                <a:lnTo>
                  <a:pt x="127000" y="412750"/>
                </a:lnTo>
                <a:lnTo>
                  <a:pt x="127000" y="349250"/>
                </a:lnTo>
                <a:lnTo>
                  <a:pt x="63500" y="349250"/>
                </a:lnTo>
                <a:lnTo>
                  <a:pt x="63500" y="412750"/>
                </a:lnTo>
                <a:close/>
                <a:moveTo>
                  <a:pt x="0" y="333375"/>
                </a:moveTo>
                <a:cubicBezTo>
                  <a:pt x="0" y="307082"/>
                  <a:pt x="21332" y="285750"/>
                  <a:pt x="47625" y="285750"/>
                </a:cubicBezTo>
                <a:lnTo>
                  <a:pt x="142875" y="285750"/>
                </a:lnTo>
                <a:cubicBezTo>
                  <a:pt x="169168" y="285750"/>
                  <a:pt x="190500" y="307082"/>
                  <a:pt x="190500" y="333375"/>
                </a:cubicBezTo>
                <a:lnTo>
                  <a:pt x="190500" y="428625"/>
                </a:lnTo>
                <a:cubicBezTo>
                  <a:pt x="190500" y="454918"/>
                  <a:pt x="169168" y="476250"/>
                  <a:pt x="142875" y="476250"/>
                </a:cubicBezTo>
                <a:lnTo>
                  <a:pt x="47625" y="476250"/>
                </a:lnTo>
                <a:cubicBezTo>
                  <a:pt x="21332" y="476250"/>
                  <a:pt x="0" y="454918"/>
                  <a:pt x="0" y="428625"/>
                </a:cubicBezTo>
                <a:lnTo>
                  <a:pt x="0" y="333375"/>
                </a:lnTo>
                <a:close/>
                <a:moveTo>
                  <a:pt x="317500" y="95250"/>
                </a:moveTo>
                <a:lnTo>
                  <a:pt x="317500" y="158750"/>
                </a:lnTo>
                <a:lnTo>
                  <a:pt x="381000" y="158750"/>
                </a:lnTo>
                <a:lnTo>
                  <a:pt x="381000" y="95250"/>
                </a:lnTo>
                <a:lnTo>
                  <a:pt x="317500" y="95250"/>
                </a:lnTo>
                <a:close/>
                <a:moveTo>
                  <a:pt x="301625" y="31750"/>
                </a:moveTo>
                <a:lnTo>
                  <a:pt x="396875" y="31750"/>
                </a:lnTo>
                <a:cubicBezTo>
                  <a:pt x="423168" y="31750"/>
                  <a:pt x="444500" y="53082"/>
                  <a:pt x="444500" y="79375"/>
                </a:cubicBezTo>
                <a:lnTo>
                  <a:pt x="444500" y="174625"/>
                </a:lnTo>
                <a:cubicBezTo>
                  <a:pt x="444500" y="200918"/>
                  <a:pt x="423168" y="222250"/>
                  <a:pt x="396875" y="222250"/>
                </a:cubicBezTo>
                <a:lnTo>
                  <a:pt x="301625" y="222250"/>
                </a:lnTo>
                <a:cubicBezTo>
                  <a:pt x="275332" y="222250"/>
                  <a:pt x="254000" y="200918"/>
                  <a:pt x="254000" y="174625"/>
                </a:cubicBezTo>
                <a:lnTo>
                  <a:pt x="254000" y="79375"/>
                </a:lnTo>
                <a:cubicBezTo>
                  <a:pt x="254000" y="53082"/>
                  <a:pt x="275332" y="31750"/>
                  <a:pt x="301625" y="31750"/>
                </a:cubicBezTo>
                <a:close/>
                <a:moveTo>
                  <a:pt x="285750" y="349250"/>
                </a:moveTo>
                <a:cubicBezTo>
                  <a:pt x="268227" y="349250"/>
                  <a:pt x="254000" y="335023"/>
                  <a:pt x="254000" y="317500"/>
                </a:cubicBezTo>
                <a:cubicBezTo>
                  <a:pt x="254000" y="299977"/>
                  <a:pt x="268227" y="285750"/>
                  <a:pt x="285750" y="285750"/>
                </a:cubicBezTo>
                <a:cubicBezTo>
                  <a:pt x="303273" y="285750"/>
                  <a:pt x="317500" y="299977"/>
                  <a:pt x="317500" y="317500"/>
                </a:cubicBezTo>
                <a:cubicBezTo>
                  <a:pt x="317500" y="335023"/>
                  <a:pt x="303273" y="349250"/>
                  <a:pt x="285750" y="349250"/>
                </a:cubicBezTo>
                <a:close/>
                <a:moveTo>
                  <a:pt x="285750" y="412750"/>
                </a:moveTo>
                <a:cubicBezTo>
                  <a:pt x="303312" y="412750"/>
                  <a:pt x="317500" y="426938"/>
                  <a:pt x="317500" y="444500"/>
                </a:cubicBezTo>
                <a:cubicBezTo>
                  <a:pt x="317500" y="462062"/>
                  <a:pt x="303312" y="476250"/>
                  <a:pt x="285750" y="476250"/>
                </a:cubicBezTo>
                <a:cubicBezTo>
                  <a:pt x="268188" y="476250"/>
                  <a:pt x="254000" y="462062"/>
                  <a:pt x="254000" y="444500"/>
                </a:cubicBezTo>
                <a:cubicBezTo>
                  <a:pt x="254000" y="426938"/>
                  <a:pt x="268188" y="412750"/>
                  <a:pt x="285750" y="412750"/>
                </a:cubicBezTo>
                <a:close/>
                <a:moveTo>
                  <a:pt x="381000" y="444500"/>
                </a:moveTo>
                <a:cubicBezTo>
                  <a:pt x="381000" y="426938"/>
                  <a:pt x="395188" y="412750"/>
                  <a:pt x="412750" y="412750"/>
                </a:cubicBezTo>
                <a:cubicBezTo>
                  <a:pt x="430312" y="412750"/>
                  <a:pt x="444500" y="426938"/>
                  <a:pt x="444500" y="444500"/>
                </a:cubicBezTo>
                <a:cubicBezTo>
                  <a:pt x="444500" y="462062"/>
                  <a:pt x="430312" y="476250"/>
                  <a:pt x="412750" y="476250"/>
                </a:cubicBezTo>
                <a:cubicBezTo>
                  <a:pt x="395188" y="476250"/>
                  <a:pt x="381000" y="462062"/>
                  <a:pt x="381000" y="444500"/>
                </a:cubicBezTo>
                <a:close/>
                <a:moveTo>
                  <a:pt x="412750" y="349250"/>
                </a:moveTo>
                <a:cubicBezTo>
                  <a:pt x="395227" y="349250"/>
                  <a:pt x="381000" y="335023"/>
                  <a:pt x="381000" y="317500"/>
                </a:cubicBezTo>
                <a:cubicBezTo>
                  <a:pt x="381000" y="299977"/>
                  <a:pt x="395227" y="285750"/>
                  <a:pt x="412750" y="285750"/>
                </a:cubicBezTo>
                <a:cubicBezTo>
                  <a:pt x="430273" y="285750"/>
                  <a:pt x="444500" y="299977"/>
                  <a:pt x="444500" y="317500"/>
                </a:cubicBezTo>
                <a:cubicBezTo>
                  <a:pt x="444500" y="335023"/>
                  <a:pt x="430273" y="349250"/>
                  <a:pt x="412750" y="349250"/>
                </a:cubicBezTo>
                <a:close/>
                <a:moveTo>
                  <a:pt x="381000" y="381000"/>
                </a:moveTo>
                <a:cubicBezTo>
                  <a:pt x="381000" y="398523"/>
                  <a:pt x="366773" y="412750"/>
                  <a:pt x="349250" y="412750"/>
                </a:cubicBezTo>
                <a:cubicBezTo>
                  <a:pt x="331727" y="412750"/>
                  <a:pt x="317500" y="398523"/>
                  <a:pt x="317500" y="381000"/>
                </a:cubicBezTo>
                <a:cubicBezTo>
                  <a:pt x="317500" y="363477"/>
                  <a:pt x="331727" y="349250"/>
                  <a:pt x="349250" y="349250"/>
                </a:cubicBezTo>
                <a:cubicBezTo>
                  <a:pt x="366773" y="349250"/>
                  <a:pt x="381000" y="363477"/>
                  <a:pt x="381000" y="3810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18796000" y="3429000"/>
            <a:ext cx="431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QR Verification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8161000" y="4445000"/>
            <a:ext cx="4953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exchange generates a unique QR code. Scanning verifies identity and creates an audit trail. Prevents fraudulent exchanges and ensures accountability.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1016000" y="8636000"/>
            <a:ext cx="22352000" cy="355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rgbClr val="5B4FCF"/>
              </a:gs>
              <a:gs pos="100000">
                <a:srgbClr val="8B7FE8"/>
              </a:gs>
            </a:gsLst>
            <a:lin ang="0" scaled="1"/>
          </a:gradFill>
          <a:ln/>
        </p:spPr>
      </p:sp>
      <p:sp>
        <p:nvSpPr>
          <p:cNvPr id="36" name="Shape 34"/>
          <p:cNvSpPr/>
          <p:nvPr/>
        </p:nvSpPr>
        <p:spPr>
          <a:xfrm>
            <a:off x="1778000" y="9398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cubicBezTo>
                  <a:pt x="517128" y="0"/>
                  <a:pt x="526256" y="1984"/>
                  <a:pt x="534591" y="5755"/>
                </a:cubicBezTo>
                <a:lnTo>
                  <a:pt x="908447" y="164306"/>
                </a:lnTo>
                <a:cubicBezTo>
                  <a:pt x="952103" y="182761"/>
                  <a:pt x="984647" y="225822"/>
                  <a:pt x="984448" y="277813"/>
                </a:cubicBezTo>
                <a:cubicBezTo>
                  <a:pt x="983456" y="474663"/>
                  <a:pt x="902494" y="834827"/>
                  <a:pt x="560586" y="998538"/>
                </a:cubicBezTo>
                <a:cubicBezTo>
                  <a:pt x="527447" y="1014413"/>
                  <a:pt x="488950" y="1014413"/>
                  <a:pt x="455811" y="998538"/>
                </a:cubicBezTo>
                <a:cubicBezTo>
                  <a:pt x="113705" y="834827"/>
                  <a:pt x="32941" y="474663"/>
                  <a:pt x="31948" y="277813"/>
                </a:cubicBezTo>
                <a:cubicBezTo>
                  <a:pt x="31750" y="225822"/>
                  <a:pt x="64294" y="182761"/>
                  <a:pt x="107950" y="164306"/>
                </a:cubicBezTo>
                <a:lnTo>
                  <a:pt x="481608" y="5755"/>
                </a:lnTo>
                <a:cubicBezTo>
                  <a:pt x="489942" y="1984"/>
                  <a:pt x="498872" y="0"/>
                  <a:pt x="508000" y="0"/>
                </a:cubicBezTo>
                <a:close/>
                <a:moveTo>
                  <a:pt x="508000" y="132556"/>
                </a:moveTo>
                <a:lnTo>
                  <a:pt x="508000" y="882848"/>
                </a:lnTo>
                <a:cubicBezTo>
                  <a:pt x="781844" y="750292"/>
                  <a:pt x="855464" y="456605"/>
                  <a:pt x="857250" y="280789"/>
                </a:cubicBezTo>
                <a:lnTo>
                  <a:pt x="508000" y="132755"/>
                </a:lnTo>
                <a:lnTo>
                  <a:pt x="508000" y="13275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3175000" y="9271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Safety First, Always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3175000" y="10033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Multiple layers of protection ensure every exchange is secure. From QR verification to dispute resolution, we've got you covered.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335000" y="9398000"/>
            <a:ext cx="3175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99.7%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3335000" y="10414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Safe Exchanges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7145000" y="9398000"/>
            <a:ext cx="3175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&lt;24h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7145000" y="10414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Dispute Response</a:t>
            </a:r>
            <a:endParaRPr lang="en-US" sz="1800" dirty="0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gradFill flip="none" rotWithShape="1">
          <a:gsLst>
            <a:gs pos="0">
              <a:srgbClr val="EDE9FE"/>
            </a:gs>
            <a:gs pos="50000">
              <a:srgbClr val="F5F3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397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Models (Firestore)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16000" y="15875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Collections Structure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2349500"/>
            <a:ext cx="22352000" cy="0"/>
          </a:xfrm>
          <a:prstGeom prst="straightConnector1">
            <a:avLst/>
          </a:prstGeom>
          <a:noFill/>
          <a:ln w="12700">
            <a:solidFill>
              <a:srgbClr val="D4CCF9"/>
            </a:solidFill>
            <a:prstDash val="solid"/>
            <a:headEnd type="none"/>
            <a:tailEnd type="none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2667000"/>
          <a:ext cx="22352000" cy="965200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8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4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520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Collection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Fields / Purpose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5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users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5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uid, displayName, email, photoURL, createdAt, rating, trustScore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5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Authentication + profile information for each community member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5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toys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5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name, description, condition, category, ageGroup, images, ownerId, isAvailable, lendingType, fee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5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Toy listings with photos, details, and availability status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5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requests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5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toyId, requesterId, ownerId, message, status, createdAt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5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Pending borrow requests with custom messages from borrowers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5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exchanges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5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toyId, ownerId, borrowerId, status, startDate, endDate, qrCode, createdAt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5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Active and completed exchanges with QR verification codes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5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messages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5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exchangeId, senderId, content, timestamp, isRead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5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Chat history linked to specific exchanges between parties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5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notifications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5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userId, type, title, body, isRead, createdAt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5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In-app alerts for requests, returns, disputes, and updates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5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feedback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5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exchangeId, fromUserId, toUserId, rating, comment, createdAt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5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User reviews and ratings after completed exchanges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5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disputes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5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exchangeId, reporterId, reason, description, status, resolvedAt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5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Conflict resolution tickets for moderation team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5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blacklist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5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userId, blockedUserId, reason, createdAt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5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Blocked users list for each account (private)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gradFill flip="none" rotWithShape="1">
          <a:gsLst>
            <a:gs pos="0">
              <a:srgbClr val="EDE9FE"/>
            </a:gs>
            <a:gs pos="50000">
              <a:srgbClr val="F5F3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&amp; Rules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16000" y="15875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Firebase Security at Its Core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2349500"/>
            <a:ext cx="22352000" cy="0"/>
          </a:xfrm>
          <a:prstGeom prst="straightConnector1">
            <a:avLst/>
          </a:prstGeom>
          <a:noFill/>
          <a:ln w="12700">
            <a:solidFill>
              <a:srgbClr val="D4CCF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rot="5400000">
            <a:off x="1016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1460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1905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8" name="Shape 6"/>
          <p:cNvSpPr/>
          <p:nvPr/>
        </p:nvSpPr>
        <p:spPr>
          <a:xfrm rot="5400000">
            <a:off x="2349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2794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10" name="Shape 8"/>
          <p:cNvSpPr/>
          <p:nvPr/>
        </p:nvSpPr>
        <p:spPr>
          <a:xfrm rot="5400000">
            <a:off x="3238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3302000"/>
            <a:ext cx="22352000" cy="889000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38100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5B4FC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413000" y="4127500"/>
            <a:ext cx="508000" cy="0"/>
          </a:xfrm>
          <a:prstGeom prst="straightConnector1">
            <a:avLst/>
          </a:prstGeom>
          <a:noFill/>
          <a:ln w="38100">
            <a:solidFill>
              <a:srgbClr val="8B7FE8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3175000" y="3810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Authentication Required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175000" y="4381500"/>
            <a:ext cx="1968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database reads and writes require Firebase Authentication. Anonymous users have no access. Every request is validated against the authenticated user's UID.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24000" y="53340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5B4FC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413000" y="5651500"/>
            <a:ext cx="508000" cy="0"/>
          </a:xfrm>
          <a:prstGeom prst="straightConnector1">
            <a:avLst/>
          </a:prstGeom>
          <a:noFill/>
          <a:ln w="38100">
            <a:solidFill>
              <a:srgbClr val="8B7FE8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3175000" y="5334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Owner-Only Permissions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175000" y="5905500"/>
            <a:ext cx="1968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toy owners can edit or delete their listings. Ownership is verified server-side using Firebase Security Rules comparing the request.auth.uid against the document's ownerId field.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24000" y="68580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5B4FC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413000" y="7175500"/>
            <a:ext cx="508000" cy="0"/>
          </a:xfrm>
          <a:prstGeom prst="straightConnector1">
            <a:avLst/>
          </a:prstGeom>
          <a:noFill/>
          <a:ln w="38100">
            <a:solidFill>
              <a:srgbClr val="8B7FE8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3175000" y="6858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Request Validation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175000" y="7429500"/>
            <a:ext cx="1968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Users cannot request their own toys. Maximum 5 active borrows per user to prevent hoarding. All requests are logged with timestamps for audit purposes.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524000" y="83820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5B4FC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413000" y="8699500"/>
            <a:ext cx="508000" cy="0"/>
          </a:xfrm>
          <a:prstGeom prst="straightConnector1">
            <a:avLst/>
          </a:prstGeom>
          <a:noFill/>
          <a:ln w="38100">
            <a:solidFill>
              <a:srgbClr val="8B7FE8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3175000" y="8382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Privacy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175000" y="8953500"/>
            <a:ext cx="1968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 data is never exposed publicly. Email addresses are hidden. Chat messages are only accessible to exchange participants. Blacklists are completely private.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1524000" y="10160000"/>
            <a:ext cx="21336000" cy="101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rgbClr val="5B4FCF"/>
              </a:gs>
              <a:gs pos="100000">
                <a:srgbClr val="8B7FE8"/>
              </a:gs>
            </a:gsLst>
            <a:lin ang="0" scaled="1"/>
          </a:gradFill>
          <a:ln/>
        </p:spPr>
      </p:sp>
      <p:sp>
        <p:nvSpPr>
          <p:cNvPr id="29" name="Shape 27"/>
          <p:cNvSpPr/>
          <p:nvPr/>
        </p:nvSpPr>
        <p:spPr>
          <a:xfrm>
            <a:off x="1984375" y="10350500"/>
            <a:ext cx="476250" cy="635000"/>
          </a:xfrm>
          <a:custGeom>
            <a:avLst/>
            <a:gdLst/>
            <a:ahLst/>
            <a:cxnLst/>
            <a:rect l="l" t="t" r="r" b="b"/>
            <a:pathLst>
              <a:path w="476250" h="635000">
                <a:moveTo>
                  <a:pt x="158750" y="119062"/>
                </a:moveTo>
                <a:lnTo>
                  <a:pt x="158750" y="198438"/>
                </a:lnTo>
                <a:lnTo>
                  <a:pt x="317500" y="198438"/>
                </a:lnTo>
                <a:lnTo>
                  <a:pt x="317500" y="119062"/>
                </a:lnTo>
                <a:cubicBezTo>
                  <a:pt x="317500" y="75282"/>
                  <a:pt x="281905" y="39688"/>
                  <a:pt x="238125" y="39688"/>
                </a:cubicBezTo>
                <a:cubicBezTo>
                  <a:pt x="194345" y="39688"/>
                  <a:pt x="158750" y="75282"/>
                  <a:pt x="158750" y="119062"/>
                </a:cubicBezTo>
                <a:close/>
                <a:moveTo>
                  <a:pt x="79375" y="198438"/>
                </a:moveTo>
                <a:lnTo>
                  <a:pt x="79375" y="119062"/>
                </a:lnTo>
                <a:cubicBezTo>
                  <a:pt x="79375" y="31378"/>
                  <a:pt x="150440" y="-39687"/>
                  <a:pt x="238125" y="-39687"/>
                </a:cubicBezTo>
                <a:cubicBezTo>
                  <a:pt x="325810" y="-39687"/>
                  <a:pt x="396875" y="31378"/>
                  <a:pt x="396875" y="119062"/>
                </a:cubicBezTo>
                <a:lnTo>
                  <a:pt x="396875" y="198438"/>
                </a:lnTo>
                <a:cubicBezTo>
                  <a:pt x="440655" y="198438"/>
                  <a:pt x="476250" y="234032"/>
                  <a:pt x="476250" y="277813"/>
                </a:cubicBezTo>
                <a:lnTo>
                  <a:pt x="476250" y="555625"/>
                </a:lnTo>
                <a:cubicBezTo>
                  <a:pt x="476250" y="599405"/>
                  <a:pt x="440655" y="635000"/>
                  <a:pt x="396875" y="635000"/>
                </a:cubicBezTo>
                <a:lnTo>
                  <a:pt x="79375" y="635000"/>
                </a:lnTo>
                <a:cubicBezTo>
                  <a:pt x="35595" y="635000"/>
                  <a:pt x="0" y="599405"/>
                  <a:pt x="0" y="555625"/>
                </a:cubicBezTo>
                <a:lnTo>
                  <a:pt x="0" y="277813"/>
                </a:lnTo>
                <a:cubicBezTo>
                  <a:pt x="0" y="234032"/>
                  <a:pt x="35595" y="198438"/>
                  <a:pt x="79375" y="198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2794000" y="10287000"/>
            <a:ext cx="1968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Firebase Security Rules enforce all protections server-side.</a:t>
            </a: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No client-side validation can be bypassed.</a:t>
            </a:r>
            <a:endParaRPr lang="en-US" sz="1800" dirty="0"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gradFill flip="none" rotWithShape="1">
          <a:gsLst>
            <a:gs pos="0">
              <a:srgbClr val="EDE9FE"/>
            </a:gs>
            <a:gs pos="50000">
              <a:srgbClr val="F5F3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Dark Mode Support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16000" y="15875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Light &amp; Dark Theme Comparison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2349500"/>
            <a:ext cx="22352000" cy="0"/>
          </a:xfrm>
          <a:prstGeom prst="straightConnector1">
            <a:avLst/>
          </a:prstGeom>
          <a:noFill/>
          <a:ln w="12700">
            <a:solidFill>
              <a:srgbClr val="D4CCF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016000" y="2667000"/>
            <a:ext cx="10922000" cy="6350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1243013" y="2768600"/>
            <a:ext cx="485775" cy="431800"/>
          </a:xfrm>
          <a:custGeom>
            <a:avLst/>
            <a:gdLst/>
            <a:ahLst/>
            <a:cxnLst/>
            <a:rect l="l" t="t" r="r" b="b"/>
            <a:pathLst>
              <a:path w="485775" h="431800">
                <a:moveTo>
                  <a:pt x="150287" y="-8518"/>
                </a:moveTo>
                <a:cubicBezTo>
                  <a:pt x="156527" y="-11132"/>
                  <a:pt x="163612" y="-10373"/>
                  <a:pt x="169262" y="-6663"/>
                </a:cubicBezTo>
                <a:lnTo>
                  <a:pt x="243309" y="42421"/>
                </a:lnTo>
                <a:lnTo>
                  <a:pt x="317356" y="-6663"/>
                </a:lnTo>
                <a:cubicBezTo>
                  <a:pt x="323007" y="-10373"/>
                  <a:pt x="330091" y="-11048"/>
                  <a:pt x="336332" y="-8518"/>
                </a:cubicBezTo>
                <a:cubicBezTo>
                  <a:pt x="342573" y="-5988"/>
                  <a:pt x="346958" y="-422"/>
                  <a:pt x="348307" y="6157"/>
                </a:cubicBezTo>
                <a:lnTo>
                  <a:pt x="365934" y="93191"/>
                </a:lnTo>
                <a:lnTo>
                  <a:pt x="452968" y="110817"/>
                </a:lnTo>
                <a:cubicBezTo>
                  <a:pt x="459547" y="112167"/>
                  <a:pt x="465113" y="116721"/>
                  <a:pt x="467643" y="122877"/>
                </a:cubicBezTo>
                <a:cubicBezTo>
                  <a:pt x="470173" y="129034"/>
                  <a:pt x="469498" y="136203"/>
                  <a:pt x="465787" y="141853"/>
                </a:cubicBezTo>
                <a:lnTo>
                  <a:pt x="416704" y="215900"/>
                </a:lnTo>
                <a:lnTo>
                  <a:pt x="465787" y="289947"/>
                </a:lnTo>
                <a:cubicBezTo>
                  <a:pt x="469498" y="295597"/>
                  <a:pt x="470173" y="302682"/>
                  <a:pt x="467643" y="308923"/>
                </a:cubicBezTo>
                <a:cubicBezTo>
                  <a:pt x="465113" y="315163"/>
                  <a:pt x="459547" y="319718"/>
                  <a:pt x="452968" y="320983"/>
                </a:cubicBezTo>
                <a:lnTo>
                  <a:pt x="365849" y="338524"/>
                </a:lnTo>
                <a:lnTo>
                  <a:pt x="348307" y="425643"/>
                </a:lnTo>
                <a:cubicBezTo>
                  <a:pt x="346958" y="432222"/>
                  <a:pt x="342404" y="437788"/>
                  <a:pt x="336247" y="440318"/>
                </a:cubicBezTo>
                <a:cubicBezTo>
                  <a:pt x="330091" y="442848"/>
                  <a:pt x="322922" y="442173"/>
                  <a:pt x="317272" y="438463"/>
                </a:cubicBezTo>
                <a:lnTo>
                  <a:pt x="243225" y="389379"/>
                </a:lnTo>
                <a:lnTo>
                  <a:pt x="169178" y="438463"/>
                </a:lnTo>
                <a:cubicBezTo>
                  <a:pt x="163527" y="442173"/>
                  <a:pt x="156443" y="442848"/>
                  <a:pt x="150202" y="440318"/>
                </a:cubicBezTo>
                <a:cubicBezTo>
                  <a:pt x="143961" y="437788"/>
                  <a:pt x="139407" y="432222"/>
                  <a:pt x="138142" y="425643"/>
                </a:cubicBezTo>
                <a:lnTo>
                  <a:pt x="120600" y="338524"/>
                </a:lnTo>
                <a:lnTo>
                  <a:pt x="33481" y="320898"/>
                </a:lnTo>
                <a:cubicBezTo>
                  <a:pt x="26903" y="319549"/>
                  <a:pt x="21337" y="314995"/>
                  <a:pt x="18807" y="308838"/>
                </a:cubicBezTo>
                <a:cubicBezTo>
                  <a:pt x="16277" y="302682"/>
                  <a:pt x="16952" y="295513"/>
                  <a:pt x="20662" y="289863"/>
                </a:cubicBezTo>
                <a:lnTo>
                  <a:pt x="69746" y="215900"/>
                </a:lnTo>
                <a:lnTo>
                  <a:pt x="20662" y="141853"/>
                </a:lnTo>
                <a:cubicBezTo>
                  <a:pt x="16952" y="136203"/>
                  <a:pt x="16277" y="129118"/>
                  <a:pt x="18807" y="122877"/>
                </a:cubicBezTo>
                <a:cubicBezTo>
                  <a:pt x="21337" y="116637"/>
                  <a:pt x="26903" y="112082"/>
                  <a:pt x="33481" y="110817"/>
                </a:cubicBezTo>
                <a:lnTo>
                  <a:pt x="120600" y="93276"/>
                </a:lnTo>
                <a:lnTo>
                  <a:pt x="138227" y="6157"/>
                </a:lnTo>
                <a:cubicBezTo>
                  <a:pt x="139576" y="-422"/>
                  <a:pt x="144130" y="-5988"/>
                  <a:pt x="150287" y="-8518"/>
                </a:cubicBezTo>
                <a:close/>
                <a:moveTo>
                  <a:pt x="175081" y="215900"/>
                </a:moveTo>
                <a:cubicBezTo>
                  <a:pt x="175081" y="191675"/>
                  <a:pt x="188005" y="169291"/>
                  <a:pt x="208984" y="157178"/>
                </a:cubicBezTo>
                <a:cubicBezTo>
                  <a:pt x="229964" y="145066"/>
                  <a:pt x="255811" y="145066"/>
                  <a:pt x="276791" y="157178"/>
                </a:cubicBezTo>
                <a:cubicBezTo>
                  <a:pt x="297770" y="169291"/>
                  <a:pt x="310694" y="191675"/>
                  <a:pt x="310694" y="215900"/>
                </a:cubicBezTo>
                <a:cubicBezTo>
                  <a:pt x="310694" y="253323"/>
                  <a:pt x="280311" y="283706"/>
                  <a:pt x="242888" y="283706"/>
                </a:cubicBezTo>
                <a:cubicBezTo>
                  <a:pt x="205464" y="283706"/>
                  <a:pt x="175081" y="253323"/>
                  <a:pt x="175081" y="215900"/>
                </a:cubicBezTo>
                <a:close/>
                <a:moveTo>
                  <a:pt x="351175" y="215900"/>
                </a:moveTo>
                <a:cubicBezTo>
                  <a:pt x="351175" y="156135"/>
                  <a:pt x="302653" y="107613"/>
                  <a:pt x="242888" y="107613"/>
                </a:cubicBezTo>
                <a:cubicBezTo>
                  <a:pt x="183122" y="107613"/>
                  <a:pt x="134600" y="156135"/>
                  <a:pt x="134600" y="215900"/>
                </a:cubicBezTo>
                <a:cubicBezTo>
                  <a:pt x="134600" y="254587"/>
                  <a:pt x="155240" y="290336"/>
                  <a:pt x="188744" y="309680"/>
                </a:cubicBezTo>
                <a:cubicBezTo>
                  <a:pt x="222248" y="329023"/>
                  <a:pt x="263527" y="329023"/>
                  <a:pt x="297031" y="309680"/>
                </a:cubicBezTo>
                <a:cubicBezTo>
                  <a:pt x="330535" y="290336"/>
                  <a:pt x="351175" y="254587"/>
                  <a:pt x="351175" y="215900"/>
                </a:cubicBezTo>
                <a:close/>
              </a:path>
            </a:pathLst>
          </a:custGeom>
          <a:solidFill>
            <a:srgbClr val="FFC107"/>
          </a:solidFill>
          <a:ln/>
        </p:spPr>
      </p:sp>
      <p:sp>
        <p:nvSpPr>
          <p:cNvPr id="7" name="Text 5"/>
          <p:cNvSpPr/>
          <p:nvPr/>
        </p:nvSpPr>
        <p:spPr>
          <a:xfrm>
            <a:off x="1841500" y="2667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Light Mode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556000" y="3683000"/>
            <a:ext cx="5842000" cy="812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D4CCF9"/>
            </a:solidFill>
            <a:prstDash val="solid"/>
          </a:ln>
          <a:effectLst>
            <a:outerShdw blurRad="254000" dist="101600" dir="5400000" algn="bl" rotWithShape="0">
              <a:srgbClr val="000000">
                <a:alpha val="8235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56000" y="3683000"/>
            <a:ext cx="5842000" cy="889000"/>
          </a:xfrm>
          <a:prstGeom prst="roundRect">
            <a:avLst>
              <a:gd name="adj" fmla="val 12000"/>
            </a:avLst>
          </a:prstGeom>
          <a:solidFill>
            <a:srgbClr val="5B4FCF"/>
          </a:solidFill>
          <a:ln/>
        </p:spPr>
      </p:sp>
      <p:sp>
        <p:nvSpPr>
          <p:cNvPr id="10" name="Text 8"/>
          <p:cNvSpPr/>
          <p:nvPr/>
        </p:nvSpPr>
        <p:spPr>
          <a:xfrm>
            <a:off x="3937000" y="38735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ToyShare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937000" y="4953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/>
        </p:spPr>
      </p:sp>
      <p:sp>
        <p:nvSpPr>
          <p:cNvPr id="12" name="Text 10"/>
          <p:cNvSpPr/>
          <p:nvPr/>
        </p:nvSpPr>
        <p:spPr>
          <a:xfrm>
            <a:off x="4191000" y="5207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LEGO City Set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91000" y="5588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Ages 5-12 • Exchange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937000" y="6477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/>
        </p:spPr>
      </p:sp>
      <p:sp>
        <p:nvSpPr>
          <p:cNvPr id="15" name="Text 13"/>
          <p:cNvSpPr/>
          <p:nvPr/>
        </p:nvSpPr>
        <p:spPr>
          <a:xfrm>
            <a:off x="4191000" y="6731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Wooden Blocks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91000" y="7112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Ages 2-5 • Donation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556000" y="10795000"/>
            <a:ext cx="5842000" cy="101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CC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446000" y="2667000"/>
            <a:ext cx="10922000" cy="635000"/>
          </a:xfrm>
          <a:prstGeom prst="roundRect">
            <a:avLst>
              <a:gd name="adj" fmla="val 6000"/>
            </a:avLst>
          </a:prstGeom>
          <a:solidFill>
            <a:srgbClr val="1A1533"/>
          </a:solidFill>
          <a:ln/>
        </p:spPr>
      </p:sp>
      <p:sp>
        <p:nvSpPr>
          <p:cNvPr id="19" name="Shape 17"/>
          <p:cNvSpPr/>
          <p:nvPr/>
        </p:nvSpPr>
        <p:spPr>
          <a:xfrm>
            <a:off x="12700000" y="27686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431800" h="431800">
                <a:moveTo>
                  <a:pt x="215900" y="0"/>
                </a:moveTo>
                <a:cubicBezTo>
                  <a:pt x="96649" y="0"/>
                  <a:pt x="0" y="96649"/>
                  <a:pt x="0" y="215900"/>
                </a:cubicBezTo>
                <a:cubicBezTo>
                  <a:pt x="0" y="335151"/>
                  <a:pt x="96649" y="431800"/>
                  <a:pt x="215900" y="431800"/>
                </a:cubicBezTo>
                <a:cubicBezTo>
                  <a:pt x="273923" y="431800"/>
                  <a:pt x="326633" y="408861"/>
                  <a:pt x="365428" y="371584"/>
                </a:cubicBezTo>
                <a:cubicBezTo>
                  <a:pt x="371584" y="365681"/>
                  <a:pt x="373355" y="356488"/>
                  <a:pt x="369897" y="348729"/>
                </a:cubicBezTo>
                <a:cubicBezTo>
                  <a:pt x="366440" y="340970"/>
                  <a:pt x="358343" y="336163"/>
                  <a:pt x="349825" y="336838"/>
                </a:cubicBezTo>
                <a:cubicBezTo>
                  <a:pt x="345693" y="337175"/>
                  <a:pt x="341561" y="337344"/>
                  <a:pt x="337344" y="337344"/>
                </a:cubicBezTo>
                <a:cubicBezTo>
                  <a:pt x="251658" y="337344"/>
                  <a:pt x="182166" y="267851"/>
                  <a:pt x="182166" y="182166"/>
                </a:cubicBezTo>
                <a:cubicBezTo>
                  <a:pt x="182166" y="121359"/>
                  <a:pt x="217165" y="68649"/>
                  <a:pt x="268273" y="43180"/>
                </a:cubicBezTo>
                <a:cubicBezTo>
                  <a:pt x="275947" y="39385"/>
                  <a:pt x="280333" y="31120"/>
                  <a:pt x="279321" y="22602"/>
                </a:cubicBezTo>
                <a:cubicBezTo>
                  <a:pt x="278309" y="14084"/>
                  <a:pt x="272068" y="7169"/>
                  <a:pt x="263718" y="5313"/>
                </a:cubicBezTo>
                <a:cubicBezTo>
                  <a:pt x="248285" y="1855"/>
                  <a:pt x="232261" y="0"/>
                  <a:pt x="215900" y="0"/>
                </a:cubicBezTo>
                <a:close/>
              </a:path>
            </a:pathLst>
          </a:custGeom>
          <a:solidFill>
            <a:srgbClr val="8B7FE8"/>
          </a:solidFill>
          <a:ln/>
        </p:spPr>
      </p:sp>
      <p:sp>
        <p:nvSpPr>
          <p:cNvPr id="20" name="Text 18"/>
          <p:cNvSpPr/>
          <p:nvPr/>
        </p:nvSpPr>
        <p:spPr>
          <a:xfrm>
            <a:off x="13271500" y="2667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Dark Mode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986000" y="3683000"/>
            <a:ext cx="5842000" cy="8128000"/>
          </a:xfrm>
          <a:prstGeom prst="roundRect">
            <a:avLst>
              <a:gd name="adj" fmla="val 12000"/>
            </a:avLst>
          </a:prstGeom>
          <a:solidFill>
            <a:srgbClr val="12121C"/>
          </a:solidFill>
          <a:ln w="38100">
            <a:solidFill>
              <a:srgbClr val="2A2540"/>
            </a:solidFill>
            <a:prstDash val="solid"/>
          </a:ln>
          <a:effectLst>
            <a:outerShdw blurRad="254000" dist="101600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4986000" y="3683000"/>
            <a:ext cx="5842000" cy="889000"/>
          </a:xfrm>
          <a:prstGeom prst="roundRect">
            <a:avLst>
              <a:gd name="adj" fmla="val 12000"/>
            </a:avLst>
          </a:prstGeom>
          <a:solidFill>
            <a:srgbClr val="3D32A8"/>
          </a:solidFill>
          <a:ln/>
        </p:spPr>
      </p:sp>
      <p:sp>
        <p:nvSpPr>
          <p:cNvPr id="23" name="Text 21"/>
          <p:cNvSpPr/>
          <p:nvPr/>
        </p:nvSpPr>
        <p:spPr>
          <a:xfrm>
            <a:off x="15367000" y="38735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ToyShare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367000" y="4953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1E1B2E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621000" y="5207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LEGO City Set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621000" y="5588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Ages 5-12 • Exchange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367000" y="6477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1E1B2E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621000" y="6731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Wooden Blocks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621000" y="7112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Ages 2-5 • Donation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4986000" y="10795000"/>
            <a:ext cx="5842000" cy="1016000"/>
          </a:xfrm>
          <a:prstGeom prst="roundRect">
            <a:avLst>
              <a:gd name="adj" fmla="val 12000"/>
            </a:avLst>
          </a:prstGeom>
          <a:solidFill>
            <a:srgbClr val="1A1533"/>
          </a:solidFill>
          <a:ln w="12700">
            <a:solidFill>
              <a:srgbClr val="2A25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2188" y="121920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142875" y="47625"/>
                </a:moveTo>
                <a:cubicBezTo>
                  <a:pt x="63996" y="47625"/>
                  <a:pt x="0" y="111621"/>
                  <a:pt x="0" y="190500"/>
                </a:cubicBezTo>
                <a:cubicBezTo>
                  <a:pt x="0" y="269379"/>
                  <a:pt x="63996" y="333375"/>
                  <a:pt x="142875" y="333375"/>
                </a:cubicBezTo>
                <a:lnTo>
                  <a:pt x="285750" y="333375"/>
                </a:lnTo>
                <a:cubicBezTo>
                  <a:pt x="364629" y="333375"/>
                  <a:pt x="428625" y="269379"/>
                  <a:pt x="428625" y="190500"/>
                </a:cubicBezTo>
                <a:cubicBezTo>
                  <a:pt x="428625" y="111621"/>
                  <a:pt x="364629" y="47625"/>
                  <a:pt x="285750" y="47625"/>
                </a:cubicBezTo>
                <a:lnTo>
                  <a:pt x="142875" y="47625"/>
                </a:lnTo>
                <a:close/>
                <a:moveTo>
                  <a:pt x="285750" y="119063"/>
                </a:moveTo>
                <a:cubicBezTo>
                  <a:pt x="325177" y="119063"/>
                  <a:pt x="357188" y="151073"/>
                  <a:pt x="357188" y="190500"/>
                </a:cubicBezTo>
                <a:cubicBezTo>
                  <a:pt x="357188" y="229927"/>
                  <a:pt x="325177" y="261938"/>
                  <a:pt x="285750" y="261938"/>
                </a:cubicBezTo>
                <a:cubicBezTo>
                  <a:pt x="246323" y="261938"/>
                  <a:pt x="214313" y="229927"/>
                  <a:pt x="214313" y="190500"/>
                </a:cubicBezTo>
                <a:cubicBezTo>
                  <a:pt x="214313" y="151073"/>
                  <a:pt x="246323" y="119063"/>
                  <a:pt x="285750" y="119063"/>
                </a:cubicBezTo>
                <a:close/>
              </a:path>
            </a:pathLst>
          </a:custGeom>
          <a:solidFill>
            <a:srgbClr val="5B4FCF"/>
          </a:solidFill>
          <a:ln/>
        </p:spPr>
      </p:sp>
      <p:sp>
        <p:nvSpPr>
          <p:cNvPr id="32" name="Text 30"/>
          <p:cNvSpPr/>
          <p:nvPr/>
        </p:nvSpPr>
        <p:spPr>
          <a:xfrm>
            <a:off x="1524000" y="12128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Theme toggle in settings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096000" y="12192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0" y="190500"/>
                </a:moveTo>
                <a:cubicBezTo>
                  <a:pt x="381000" y="191170"/>
                  <a:pt x="381000" y="191839"/>
                  <a:pt x="381000" y="192509"/>
                </a:cubicBezTo>
                <a:cubicBezTo>
                  <a:pt x="380702" y="219670"/>
                  <a:pt x="355997" y="238125"/>
                  <a:pt x="328836" y="238125"/>
                </a:cubicBezTo>
                <a:lnTo>
                  <a:pt x="255984" y="238125"/>
                </a:lnTo>
                <a:cubicBezTo>
                  <a:pt x="236265" y="238125"/>
                  <a:pt x="220266" y="254124"/>
                  <a:pt x="220266" y="273844"/>
                </a:cubicBezTo>
                <a:cubicBezTo>
                  <a:pt x="220266" y="276374"/>
                  <a:pt x="220563" y="278829"/>
                  <a:pt x="221010" y="281211"/>
                </a:cubicBezTo>
                <a:cubicBezTo>
                  <a:pt x="222572" y="288801"/>
                  <a:pt x="225847" y="296094"/>
                  <a:pt x="229046" y="303461"/>
                </a:cubicBezTo>
                <a:cubicBezTo>
                  <a:pt x="233586" y="313730"/>
                  <a:pt x="238051" y="323924"/>
                  <a:pt x="238051" y="334714"/>
                </a:cubicBezTo>
                <a:cubicBezTo>
                  <a:pt x="238051" y="358378"/>
                  <a:pt x="221977" y="379884"/>
                  <a:pt x="198313" y="380851"/>
                </a:cubicBezTo>
                <a:cubicBezTo>
                  <a:pt x="195709" y="380926"/>
                  <a:pt x="193104" y="381000"/>
                  <a:pt x="190426" y="381000"/>
                </a:cubicBezTo>
                <a:cubicBezTo>
                  <a:pt x="85204" y="381000"/>
                  <a:pt x="-74" y="295721"/>
                  <a:pt x="-74" y="190500"/>
                </a:cubicBezTo>
                <a:cubicBezTo>
                  <a:pt x="-74" y="85279"/>
                  <a:pt x="85279" y="0"/>
                  <a:pt x="190500" y="0"/>
                </a:cubicBezTo>
                <a:cubicBezTo>
                  <a:pt x="295721" y="0"/>
                  <a:pt x="381000" y="85279"/>
                  <a:pt x="381000" y="190500"/>
                </a:cubicBezTo>
                <a:close/>
                <a:moveTo>
                  <a:pt x="95250" y="214313"/>
                </a:moveTo>
                <a:cubicBezTo>
                  <a:pt x="95250" y="201170"/>
                  <a:pt x="84580" y="190500"/>
                  <a:pt x="71438" y="190500"/>
                </a:cubicBezTo>
                <a:cubicBezTo>
                  <a:pt x="58295" y="190500"/>
                  <a:pt x="47625" y="201170"/>
                  <a:pt x="47625" y="214313"/>
                </a:cubicBezTo>
                <a:cubicBezTo>
                  <a:pt x="47625" y="227455"/>
                  <a:pt x="58295" y="238125"/>
                  <a:pt x="71438" y="238125"/>
                </a:cubicBezTo>
                <a:cubicBezTo>
                  <a:pt x="84580" y="238125"/>
                  <a:pt x="95250" y="227455"/>
                  <a:pt x="95250" y="214313"/>
                </a:cubicBezTo>
                <a:close/>
                <a:moveTo>
                  <a:pt x="95250" y="142875"/>
                </a:moveTo>
                <a:cubicBezTo>
                  <a:pt x="108392" y="142875"/>
                  <a:pt x="119063" y="132205"/>
                  <a:pt x="119063" y="119063"/>
                </a:cubicBezTo>
                <a:cubicBezTo>
                  <a:pt x="119063" y="105920"/>
                  <a:pt x="108392" y="95250"/>
                  <a:pt x="95250" y="95250"/>
                </a:cubicBezTo>
                <a:cubicBezTo>
                  <a:pt x="82108" y="95250"/>
                  <a:pt x="71438" y="105920"/>
                  <a:pt x="71438" y="119063"/>
                </a:cubicBezTo>
                <a:cubicBezTo>
                  <a:pt x="71438" y="132205"/>
                  <a:pt x="82108" y="142875"/>
                  <a:pt x="95250" y="142875"/>
                </a:cubicBezTo>
                <a:close/>
                <a:moveTo>
                  <a:pt x="214313" y="71438"/>
                </a:moveTo>
                <a:cubicBezTo>
                  <a:pt x="214313" y="58295"/>
                  <a:pt x="203642" y="47625"/>
                  <a:pt x="190500" y="47625"/>
                </a:cubicBezTo>
                <a:cubicBezTo>
                  <a:pt x="177358" y="47625"/>
                  <a:pt x="166688" y="58295"/>
                  <a:pt x="166688" y="71438"/>
                </a:cubicBezTo>
                <a:cubicBezTo>
                  <a:pt x="166688" y="84580"/>
                  <a:pt x="177358" y="95250"/>
                  <a:pt x="190500" y="95250"/>
                </a:cubicBezTo>
                <a:cubicBezTo>
                  <a:pt x="203642" y="95250"/>
                  <a:pt x="214313" y="84580"/>
                  <a:pt x="214313" y="71438"/>
                </a:cubicBezTo>
                <a:close/>
                <a:moveTo>
                  <a:pt x="285750" y="142875"/>
                </a:moveTo>
                <a:cubicBezTo>
                  <a:pt x="298892" y="142875"/>
                  <a:pt x="309563" y="132205"/>
                  <a:pt x="309563" y="119063"/>
                </a:cubicBezTo>
                <a:cubicBezTo>
                  <a:pt x="309563" y="105920"/>
                  <a:pt x="298892" y="95250"/>
                  <a:pt x="285750" y="95250"/>
                </a:cubicBezTo>
                <a:cubicBezTo>
                  <a:pt x="272608" y="95250"/>
                  <a:pt x="261938" y="105920"/>
                  <a:pt x="261938" y="119063"/>
                </a:cubicBezTo>
                <a:cubicBezTo>
                  <a:pt x="261938" y="132205"/>
                  <a:pt x="272608" y="142875"/>
                  <a:pt x="285750" y="142875"/>
                </a:cubicBezTo>
                <a:close/>
              </a:path>
            </a:pathLst>
          </a:custGeom>
          <a:solidFill>
            <a:srgbClr val="5B4FCF"/>
          </a:solidFill>
          <a:ln/>
        </p:spPr>
      </p:sp>
      <p:sp>
        <p:nvSpPr>
          <p:cNvPr id="34" name="Text 32"/>
          <p:cNvSpPr/>
          <p:nvPr/>
        </p:nvSpPr>
        <p:spPr>
          <a:xfrm>
            <a:off x="6604000" y="12128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Adaptive colors everywhere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1199813" y="121920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47625" y="23812"/>
                </a:moveTo>
                <a:cubicBezTo>
                  <a:pt x="21357" y="23812"/>
                  <a:pt x="0" y="45169"/>
                  <a:pt x="0" y="71438"/>
                </a:cubicBezTo>
                <a:lnTo>
                  <a:pt x="0" y="309563"/>
                </a:lnTo>
                <a:cubicBezTo>
                  <a:pt x="0" y="335831"/>
                  <a:pt x="21357" y="357188"/>
                  <a:pt x="47625" y="357188"/>
                </a:cubicBezTo>
                <a:lnTo>
                  <a:pt x="285750" y="357188"/>
                </a:lnTo>
                <a:cubicBezTo>
                  <a:pt x="312018" y="357188"/>
                  <a:pt x="333375" y="335831"/>
                  <a:pt x="333375" y="309563"/>
                </a:cubicBezTo>
                <a:lnTo>
                  <a:pt x="333375" y="128960"/>
                </a:lnTo>
                <a:cubicBezTo>
                  <a:pt x="333375" y="116309"/>
                  <a:pt x="328389" y="104180"/>
                  <a:pt x="319460" y="95250"/>
                </a:cubicBezTo>
                <a:lnTo>
                  <a:pt x="261938" y="37728"/>
                </a:lnTo>
                <a:cubicBezTo>
                  <a:pt x="253008" y="28798"/>
                  <a:pt x="240878" y="23812"/>
                  <a:pt x="228228" y="23812"/>
                </a:cubicBezTo>
                <a:lnTo>
                  <a:pt x="47625" y="23812"/>
                </a:lnTo>
                <a:close/>
                <a:moveTo>
                  <a:pt x="71438" y="95250"/>
                </a:moveTo>
                <a:cubicBezTo>
                  <a:pt x="71438" y="82079"/>
                  <a:pt x="82079" y="71438"/>
                  <a:pt x="95250" y="71438"/>
                </a:cubicBezTo>
                <a:lnTo>
                  <a:pt x="214313" y="71438"/>
                </a:lnTo>
                <a:cubicBezTo>
                  <a:pt x="227484" y="71438"/>
                  <a:pt x="238125" y="82079"/>
                  <a:pt x="238125" y="95250"/>
                </a:cubicBezTo>
                <a:lnTo>
                  <a:pt x="238125" y="142875"/>
                </a:lnTo>
                <a:cubicBezTo>
                  <a:pt x="238125" y="156046"/>
                  <a:pt x="227484" y="166688"/>
                  <a:pt x="214313" y="166688"/>
                </a:cubicBezTo>
                <a:lnTo>
                  <a:pt x="95250" y="166688"/>
                </a:lnTo>
                <a:cubicBezTo>
                  <a:pt x="82079" y="166688"/>
                  <a:pt x="71438" y="156046"/>
                  <a:pt x="71438" y="142875"/>
                </a:cubicBezTo>
                <a:lnTo>
                  <a:pt x="71438" y="95250"/>
                </a:lnTo>
                <a:close/>
                <a:moveTo>
                  <a:pt x="166688" y="214313"/>
                </a:moveTo>
                <a:cubicBezTo>
                  <a:pt x="192972" y="214313"/>
                  <a:pt x="214313" y="235653"/>
                  <a:pt x="214313" y="261938"/>
                </a:cubicBezTo>
                <a:cubicBezTo>
                  <a:pt x="214313" y="288222"/>
                  <a:pt x="192972" y="309563"/>
                  <a:pt x="166688" y="309563"/>
                </a:cubicBezTo>
                <a:cubicBezTo>
                  <a:pt x="140403" y="309563"/>
                  <a:pt x="119063" y="288222"/>
                  <a:pt x="119063" y="261938"/>
                </a:cubicBezTo>
                <a:cubicBezTo>
                  <a:pt x="119063" y="235653"/>
                  <a:pt x="140403" y="214313"/>
                  <a:pt x="166688" y="214313"/>
                </a:cubicBezTo>
                <a:close/>
              </a:path>
            </a:pathLst>
          </a:custGeom>
          <a:solidFill>
            <a:srgbClr val="5B4FCF"/>
          </a:solidFill>
          <a:ln/>
        </p:spPr>
      </p:sp>
      <p:sp>
        <p:nvSpPr>
          <p:cNvPr id="36" name="Text 34"/>
          <p:cNvSpPr/>
          <p:nvPr/>
        </p:nvSpPr>
        <p:spPr>
          <a:xfrm>
            <a:off x="11684000" y="12128500"/>
            <a:ext cx="444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Persistent preference storage</a:t>
            </a:r>
            <a:endParaRPr lang="en-US" sz="1800" dirty="0"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gradFill flip="none" rotWithShape="1">
          <a:gsLst>
            <a:gs pos="0">
              <a:srgbClr val="EDE9FE"/>
            </a:gs>
            <a:gs pos="50000">
              <a:srgbClr val="F5F3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Responsive Design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16000" y="15875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Mobile to Desktop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2349500"/>
            <a:ext cx="22352000" cy="0"/>
          </a:xfrm>
          <a:prstGeom prst="straightConnector1">
            <a:avLst/>
          </a:prstGeom>
          <a:noFill/>
          <a:ln w="12700">
            <a:solidFill>
              <a:srgbClr val="D4CCF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rot="5400000">
            <a:off x="1016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1460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1905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8" name="Shape 6"/>
          <p:cNvSpPr/>
          <p:nvPr/>
        </p:nvSpPr>
        <p:spPr>
          <a:xfrm rot="5400000">
            <a:off x="2349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2794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10" name="Shape 8"/>
          <p:cNvSpPr/>
          <p:nvPr/>
        </p:nvSpPr>
        <p:spPr>
          <a:xfrm rot="5400000">
            <a:off x="3238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11" name="Shape 9"/>
          <p:cNvSpPr/>
          <p:nvPr/>
        </p:nvSpPr>
        <p:spPr>
          <a:xfrm>
            <a:off x="1524000" y="3556000"/>
            <a:ext cx="2540000" cy="5080000"/>
          </a:xfrm>
          <a:prstGeom prst="roundRect">
            <a:avLst>
              <a:gd name="adj" fmla="val 15000"/>
            </a:avLst>
          </a:prstGeom>
          <a:solidFill>
            <a:srgbClr val="1A1533"/>
          </a:solidFill>
          <a:ln w="50800">
            <a:solidFill>
              <a:srgbClr val="D4CC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14500" y="3937000"/>
            <a:ext cx="2159000" cy="4064000"/>
          </a:xfrm>
          <a:prstGeom prst="rect">
            <a:avLst/>
          </a:prstGeom>
          <a:gradFill flip="none" rotWithShape="1">
            <a:gsLst>
              <a:gs pos="0">
                <a:srgbClr val="3D32A8"/>
              </a:gs>
              <a:gs pos="100000">
                <a:srgbClr val="5B4FCF"/>
              </a:gs>
            </a:gsLst>
            <a:lin ang="8100000" scaled="1"/>
          </a:gradFill>
          <a:ln/>
        </p:spPr>
      </p:sp>
      <p:sp>
        <p:nvSpPr>
          <p:cNvPr id="13" name="Text 11"/>
          <p:cNvSpPr/>
          <p:nvPr/>
        </p:nvSpPr>
        <p:spPr>
          <a:xfrm>
            <a:off x="1524000" y="8890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24000" y="9334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target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334000" y="3810000"/>
            <a:ext cx="4318000" cy="3556000"/>
          </a:xfrm>
          <a:prstGeom prst="roundRect">
            <a:avLst>
              <a:gd name="adj" fmla="val 10000"/>
            </a:avLst>
          </a:prstGeom>
          <a:solidFill>
            <a:srgbClr val="1A1533"/>
          </a:solidFill>
          <a:ln w="50800">
            <a:solidFill>
              <a:srgbClr val="D4CC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88000" y="4064000"/>
            <a:ext cx="3810000" cy="2794000"/>
          </a:xfrm>
          <a:prstGeom prst="rect">
            <a:avLst/>
          </a:prstGeom>
          <a:gradFill flip="none" rotWithShape="1">
            <a:gsLst>
              <a:gs pos="0">
                <a:srgbClr val="3D32A8"/>
              </a:gs>
              <a:gs pos="100000">
                <a:srgbClr val="7B6FE8"/>
              </a:gs>
            </a:gsLst>
            <a:lin ang="8100000" scaled="1"/>
          </a:gradFill>
          <a:ln/>
        </p:spPr>
      </p:sp>
      <p:sp>
        <p:nvSpPr>
          <p:cNvPr id="17" name="Text 15"/>
          <p:cNvSpPr/>
          <p:nvPr/>
        </p:nvSpPr>
        <p:spPr>
          <a:xfrm>
            <a:off x="5334000" y="7620000"/>
            <a:ext cx="431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34000" y="8064500"/>
            <a:ext cx="431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Adaptive 2-column grid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668000" y="4064000"/>
            <a:ext cx="6858000" cy="4318000"/>
          </a:xfrm>
          <a:prstGeom prst="roundRect">
            <a:avLst>
              <a:gd name="adj" fmla="val 8000"/>
            </a:avLst>
          </a:prstGeom>
          <a:solidFill>
            <a:srgbClr val="1A1533"/>
          </a:solidFill>
          <a:ln w="50800">
            <a:solidFill>
              <a:srgbClr val="D4CC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22000" y="4318000"/>
            <a:ext cx="6350000" cy="3302000"/>
          </a:xfrm>
          <a:prstGeom prst="rect">
            <a:avLst/>
          </a:prstGeom>
          <a:gradFill flip="none" rotWithShape="1">
            <a:gsLst>
              <a:gs pos="0">
                <a:srgbClr val="3D32A8"/>
              </a:gs>
              <a:gs pos="100000">
                <a:srgbClr val="9B8FF8"/>
              </a:gs>
            </a:gsLst>
            <a:lin ang="8100000" scaled="1"/>
          </a:gradFill>
          <a:ln/>
        </p:spPr>
      </p:sp>
      <p:sp>
        <p:nvSpPr>
          <p:cNvPr id="21" name="Shape 19"/>
          <p:cNvSpPr/>
          <p:nvPr/>
        </p:nvSpPr>
        <p:spPr>
          <a:xfrm>
            <a:off x="13335000" y="8382000"/>
            <a:ext cx="1524000" cy="381000"/>
          </a:xfrm>
          <a:prstGeom prst="rect">
            <a:avLst/>
          </a:prstGeom>
          <a:solidFill>
            <a:srgbClr val="D4CCF9"/>
          </a:solidFill>
          <a:ln/>
        </p:spPr>
      </p:sp>
      <p:sp>
        <p:nvSpPr>
          <p:cNvPr id="22" name="Text 20"/>
          <p:cNvSpPr/>
          <p:nvPr/>
        </p:nvSpPr>
        <p:spPr>
          <a:xfrm>
            <a:off x="10668000" y="8890000"/>
            <a:ext cx="685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Desktop / Web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668000" y="9334500"/>
            <a:ext cx="685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Max-width constraints, sidebar nav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8415000" y="3302000"/>
            <a:ext cx="5080000" cy="8890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25" name="Text 23"/>
          <p:cNvSpPr/>
          <p:nvPr/>
        </p:nvSpPr>
        <p:spPr>
          <a:xfrm>
            <a:off x="18796000" y="3683000"/>
            <a:ext cx="431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Principles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18796000" y="4318000"/>
            <a:ext cx="1270000" cy="0"/>
          </a:xfrm>
          <a:prstGeom prst="straightConnector1">
            <a:avLst/>
          </a:prstGeom>
          <a:noFill/>
          <a:ln w="50800">
            <a:solidFill>
              <a:srgbClr val="5B4FCF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18853150" y="4826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4288" y="57150"/>
                </a:moveTo>
                <a:cubicBezTo>
                  <a:pt x="14288" y="25628"/>
                  <a:pt x="39916" y="0"/>
                  <a:pt x="71438" y="0"/>
                </a:cubicBezTo>
                <a:lnTo>
                  <a:pt x="271463" y="0"/>
                </a:lnTo>
                <a:cubicBezTo>
                  <a:pt x="302984" y="0"/>
                  <a:pt x="328613" y="25628"/>
                  <a:pt x="328613" y="57150"/>
                </a:cubicBezTo>
                <a:lnTo>
                  <a:pt x="328613" y="400050"/>
                </a:lnTo>
                <a:cubicBezTo>
                  <a:pt x="328613" y="431572"/>
                  <a:pt x="302984" y="457200"/>
                  <a:pt x="271463" y="457200"/>
                </a:cubicBezTo>
                <a:lnTo>
                  <a:pt x="71438" y="457200"/>
                </a:lnTo>
                <a:cubicBezTo>
                  <a:pt x="39916" y="457200"/>
                  <a:pt x="14288" y="431572"/>
                  <a:pt x="14288" y="400050"/>
                </a:cubicBezTo>
                <a:lnTo>
                  <a:pt x="14288" y="57150"/>
                </a:lnTo>
                <a:close/>
                <a:moveTo>
                  <a:pt x="71438" y="57150"/>
                </a:moveTo>
                <a:lnTo>
                  <a:pt x="71438" y="328613"/>
                </a:lnTo>
                <a:lnTo>
                  <a:pt x="271463" y="328613"/>
                </a:lnTo>
                <a:lnTo>
                  <a:pt x="271463" y="57150"/>
                </a:lnTo>
                <a:lnTo>
                  <a:pt x="71438" y="57150"/>
                </a:lnTo>
                <a:close/>
                <a:moveTo>
                  <a:pt x="171450" y="421481"/>
                </a:moveTo>
                <a:cubicBezTo>
                  <a:pt x="187256" y="421481"/>
                  <a:pt x="200025" y="408712"/>
                  <a:pt x="200025" y="392906"/>
                </a:cubicBezTo>
                <a:cubicBezTo>
                  <a:pt x="200025" y="377101"/>
                  <a:pt x="187256" y="364331"/>
                  <a:pt x="171450" y="364331"/>
                </a:cubicBezTo>
                <a:cubicBezTo>
                  <a:pt x="155644" y="364331"/>
                  <a:pt x="142875" y="377101"/>
                  <a:pt x="142875" y="392906"/>
                </a:cubicBezTo>
                <a:cubicBezTo>
                  <a:pt x="142875" y="408712"/>
                  <a:pt x="155644" y="421481"/>
                  <a:pt x="171450" y="421481"/>
                </a:cubicBezTo>
                <a:close/>
              </a:path>
            </a:pathLst>
          </a:custGeom>
          <a:solidFill>
            <a:srgbClr val="5B4FCF"/>
          </a:solidFill>
          <a:ln/>
        </p:spPr>
      </p:sp>
      <p:sp>
        <p:nvSpPr>
          <p:cNvPr id="28" name="Text 26"/>
          <p:cNvSpPr/>
          <p:nvPr/>
        </p:nvSpPr>
        <p:spPr>
          <a:xfrm>
            <a:off x="19431000" y="4800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Mobile-First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9431000" y="52324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Designed for phones first, then scaled up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8824575" y="6223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8575" y="28575"/>
                </a:moveTo>
                <a:cubicBezTo>
                  <a:pt x="12769" y="28575"/>
                  <a:pt x="0" y="41344"/>
                  <a:pt x="0" y="57150"/>
                </a:cubicBezTo>
                <a:lnTo>
                  <a:pt x="0" y="142875"/>
                </a:lnTo>
                <a:cubicBezTo>
                  <a:pt x="0" y="158681"/>
                  <a:pt x="12769" y="171450"/>
                  <a:pt x="28575" y="171450"/>
                </a:cubicBezTo>
                <a:cubicBezTo>
                  <a:pt x="44381" y="171450"/>
                  <a:pt x="57150" y="158681"/>
                  <a:pt x="57150" y="142875"/>
                </a:cubicBezTo>
                <a:lnTo>
                  <a:pt x="57150" y="85725"/>
                </a:lnTo>
                <a:lnTo>
                  <a:pt x="114300" y="85725"/>
                </a:lnTo>
                <a:cubicBezTo>
                  <a:pt x="130106" y="85725"/>
                  <a:pt x="142875" y="72956"/>
                  <a:pt x="142875" y="57150"/>
                </a:cubicBezTo>
                <a:cubicBezTo>
                  <a:pt x="142875" y="41344"/>
                  <a:pt x="130106" y="28575"/>
                  <a:pt x="114300" y="28575"/>
                </a:cubicBezTo>
                <a:lnTo>
                  <a:pt x="28575" y="28575"/>
                </a:lnTo>
                <a:close/>
                <a:moveTo>
                  <a:pt x="57150" y="314325"/>
                </a:moveTo>
                <a:cubicBezTo>
                  <a:pt x="57150" y="298519"/>
                  <a:pt x="44381" y="285750"/>
                  <a:pt x="28575" y="285750"/>
                </a:cubicBezTo>
                <a:cubicBezTo>
                  <a:pt x="12769" y="285750"/>
                  <a:pt x="0" y="298519"/>
                  <a:pt x="0" y="314325"/>
                </a:cubicBezTo>
                <a:lnTo>
                  <a:pt x="0" y="400050"/>
                </a:lnTo>
                <a:cubicBezTo>
                  <a:pt x="0" y="415856"/>
                  <a:pt x="12769" y="428625"/>
                  <a:pt x="28575" y="428625"/>
                </a:cubicBezTo>
                <a:lnTo>
                  <a:pt x="114300" y="428625"/>
                </a:lnTo>
                <a:cubicBezTo>
                  <a:pt x="130106" y="428625"/>
                  <a:pt x="142875" y="415856"/>
                  <a:pt x="142875" y="400050"/>
                </a:cubicBezTo>
                <a:cubicBezTo>
                  <a:pt x="142875" y="384244"/>
                  <a:pt x="130106" y="371475"/>
                  <a:pt x="114300" y="371475"/>
                </a:cubicBezTo>
                <a:lnTo>
                  <a:pt x="57150" y="371475"/>
                </a:lnTo>
                <a:lnTo>
                  <a:pt x="57150" y="314325"/>
                </a:lnTo>
                <a:close/>
                <a:moveTo>
                  <a:pt x="285750" y="28575"/>
                </a:moveTo>
                <a:cubicBezTo>
                  <a:pt x="269944" y="28575"/>
                  <a:pt x="257175" y="41344"/>
                  <a:pt x="257175" y="57150"/>
                </a:cubicBezTo>
                <a:cubicBezTo>
                  <a:pt x="257175" y="72956"/>
                  <a:pt x="269944" y="85725"/>
                  <a:pt x="285750" y="85725"/>
                </a:cubicBezTo>
                <a:lnTo>
                  <a:pt x="342900" y="85725"/>
                </a:lnTo>
                <a:lnTo>
                  <a:pt x="342900" y="142875"/>
                </a:lnTo>
                <a:cubicBezTo>
                  <a:pt x="342900" y="158681"/>
                  <a:pt x="355669" y="171450"/>
                  <a:pt x="371475" y="171450"/>
                </a:cubicBezTo>
                <a:cubicBezTo>
                  <a:pt x="387281" y="171450"/>
                  <a:pt x="400050" y="158681"/>
                  <a:pt x="400050" y="142875"/>
                </a:cubicBezTo>
                <a:lnTo>
                  <a:pt x="400050" y="57150"/>
                </a:lnTo>
                <a:cubicBezTo>
                  <a:pt x="400050" y="41344"/>
                  <a:pt x="387281" y="28575"/>
                  <a:pt x="371475" y="28575"/>
                </a:cubicBezTo>
                <a:lnTo>
                  <a:pt x="285750" y="28575"/>
                </a:lnTo>
                <a:close/>
                <a:moveTo>
                  <a:pt x="400050" y="314325"/>
                </a:moveTo>
                <a:cubicBezTo>
                  <a:pt x="400050" y="298519"/>
                  <a:pt x="387281" y="285750"/>
                  <a:pt x="371475" y="285750"/>
                </a:cubicBezTo>
                <a:cubicBezTo>
                  <a:pt x="355669" y="285750"/>
                  <a:pt x="342900" y="298519"/>
                  <a:pt x="342900" y="314325"/>
                </a:cubicBezTo>
                <a:lnTo>
                  <a:pt x="342900" y="371475"/>
                </a:lnTo>
                <a:lnTo>
                  <a:pt x="285750" y="371475"/>
                </a:lnTo>
                <a:cubicBezTo>
                  <a:pt x="269944" y="371475"/>
                  <a:pt x="257175" y="384244"/>
                  <a:pt x="257175" y="400050"/>
                </a:cubicBezTo>
                <a:cubicBezTo>
                  <a:pt x="257175" y="415856"/>
                  <a:pt x="269944" y="428625"/>
                  <a:pt x="285750" y="428625"/>
                </a:cubicBezTo>
                <a:lnTo>
                  <a:pt x="371475" y="428625"/>
                </a:lnTo>
                <a:cubicBezTo>
                  <a:pt x="387281" y="428625"/>
                  <a:pt x="400050" y="415856"/>
                  <a:pt x="400050" y="400050"/>
                </a:cubicBezTo>
                <a:lnTo>
                  <a:pt x="400050" y="314325"/>
                </a:lnTo>
                <a:close/>
              </a:path>
            </a:pathLst>
          </a:custGeom>
          <a:solidFill>
            <a:srgbClr val="5B4FCF"/>
          </a:solidFill>
          <a:ln/>
        </p:spPr>
      </p:sp>
      <p:sp>
        <p:nvSpPr>
          <p:cNvPr id="31" name="Text 29"/>
          <p:cNvSpPr/>
          <p:nvPr/>
        </p:nvSpPr>
        <p:spPr>
          <a:xfrm>
            <a:off x="19431000" y="6197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Adaptive Layouts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9431000" y="66294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 grid sizes per device breakpoint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8824575" y="7620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50019" y="28575"/>
                </a:moveTo>
                <a:lnTo>
                  <a:pt x="21431" y="28575"/>
                </a:lnTo>
                <a:cubicBezTo>
                  <a:pt x="9555" y="28575"/>
                  <a:pt x="0" y="38130"/>
                  <a:pt x="0" y="50006"/>
                </a:cubicBezTo>
                <a:lnTo>
                  <a:pt x="0" y="178594"/>
                </a:lnTo>
                <a:cubicBezTo>
                  <a:pt x="0" y="187256"/>
                  <a:pt x="5179" y="195114"/>
                  <a:pt x="13216" y="198418"/>
                </a:cubicBezTo>
                <a:cubicBezTo>
                  <a:pt x="21253" y="201722"/>
                  <a:pt x="30450" y="199846"/>
                  <a:pt x="36612" y="193774"/>
                </a:cubicBezTo>
                <a:lnTo>
                  <a:pt x="72330" y="158055"/>
                </a:lnTo>
                <a:lnTo>
                  <a:pt x="142875" y="228600"/>
                </a:lnTo>
                <a:lnTo>
                  <a:pt x="72330" y="299145"/>
                </a:lnTo>
                <a:lnTo>
                  <a:pt x="36612" y="263426"/>
                </a:lnTo>
                <a:cubicBezTo>
                  <a:pt x="30450" y="257264"/>
                  <a:pt x="21253" y="255478"/>
                  <a:pt x="13216" y="258782"/>
                </a:cubicBezTo>
                <a:cubicBezTo>
                  <a:pt x="5179" y="262086"/>
                  <a:pt x="0" y="269944"/>
                  <a:pt x="0" y="278606"/>
                </a:cubicBezTo>
                <a:lnTo>
                  <a:pt x="0" y="407194"/>
                </a:lnTo>
                <a:cubicBezTo>
                  <a:pt x="0" y="419070"/>
                  <a:pt x="9555" y="428625"/>
                  <a:pt x="21431" y="428625"/>
                </a:cubicBezTo>
                <a:lnTo>
                  <a:pt x="150019" y="428625"/>
                </a:lnTo>
                <a:cubicBezTo>
                  <a:pt x="158681" y="428625"/>
                  <a:pt x="166539" y="423446"/>
                  <a:pt x="169843" y="415409"/>
                </a:cubicBezTo>
                <a:cubicBezTo>
                  <a:pt x="173147" y="407372"/>
                  <a:pt x="171361" y="398175"/>
                  <a:pt x="165199" y="392013"/>
                </a:cubicBezTo>
                <a:lnTo>
                  <a:pt x="129480" y="356295"/>
                </a:lnTo>
                <a:lnTo>
                  <a:pt x="200025" y="285750"/>
                </a:lnTo>
                <a:lnTo>
                  <a:pt x="270570" y="356295"/>
                </a:lnTo>
                <a:lnTo>
                  <a:pt x="234851" y="392013"/>
                </a:lnTo>
                <a:cubicBezTo>
                  <a:pt x="228689" y="398175"/>
                  <a:pt x="226903" y="407372"/>
                  <a:pt x="230207" y="415409"/>
                </a:cubicBezTo>
                <a:cubicBezTo>
                  <a:pt x="233511" y="423446"/>
                  <a:pt x="241369" y="428625"/>
                  <a:pt x="250031" y="428625"/>
                </a:cubicBezTo>
                <a:lnTo>
                  <a:pt x="378619" y="428625"/>
                </a:lnTo>
                <a:cubicBezTo>
                  <a:pt x="390495" y="428625"/>
                  <a:pt x="400050" y="419070"/>
                  <a:pt x="400050" y="407194"/>
                </a:cubicBezTo>
                <a:lnTo>
                  <a:pt x="400050" y="278606"/>
                </a:lnTo>
                <a:cubicBezTo>
                  <a:pt x="400050" y="269944"/>
                  <a:pt x="394871" y="262086"/>
                  <a:pt x="386834" y="258782"/>
                </a:cubicBezTo>
                <a:cubicBezTo>
                  <a:pt x="378797" y="255478"/>
                  <a:pt x="369600" y="257264"/>
                  <a:pt x="363438" y="263426"/>
                </a:cubicBezTo>
                <a:lnTo>
                  <a:pt x="327720" y="299145"/>
                </a:lnTo>
                <a:lnTo>
                  <a:pt x="257175" y="228600"/>
                </a:lnTo>
                <a:lnTo>
                  <a:pt x="327720" y="158055"/>
                </a:lnTo>
                <a:lnTo>
                  <a:pt x="363438" y="193774"/>
                </a:lnTo>
                <a:cubicBezTo>
                  <a:pt x="369600" y="199936"/>
                  <a:pt x="378797" y="201722"/>
                  <a:pt x="386834" y="198418"/>
                </a:cubicBezTo>
                <a:cubicBezTo>
                  <a:pt x="394871" y="195114"/>
                  <a:pt x="400050" y="187256"/>
                  <a:pt x="400050" y="178594"/>
                </a:cubicBezTo>
                <a:lnTo>
                  <a:pt x="400050" y="50006"/>
                </a:lnTo>
                <a:cubicBezTo>
                  <a:pt x="400050" y="38130"/>
                  <a:pt x="390495" y="28575"/>
                  <a:pt x="378619" y="28575"/>
                </a:cubicBezTo>
                <a:lnTo>
                  <a:pt x="250031" y="28575"/>
                </a:lnTo>
                <a:cubicBezTo>
                  <a:pt x="241369" y="28575"/>
                  <a:pt x="233511" y="33754"/>
                  <a:pt x="230207" y="41791"/>
                </a:cubicBezTo>
                <a:cubicBezTo>
                  <a:pt x="226903" y="49828"/>
                  <a:pt x="228779" y="59025"/>
                  <a:pt x="234851" y="65187"/>
                </a:cubicBezTo>
                <a:lnTo>
                  <a:pt x="270570" y="100905"/>
                </a:lnTo>
                <a:lnTo>
                  <a:pt x="200025" y="171450"/>
                </a:lnTo>
                <a:lnTo>
                  <a:pt x="129480" y="100905"/>
                </a:lnTo>
                <a:lnTo>
                  <a:pt x="165199" y="65187"/>
                </a:lnTo>
                <a:cubicBezTo>
                  <a:pt x="171361" y="59025"/>
                  <a:pt x="173147" y="49828"/>
                  <a:pt x="169843" y="41791"/>
                </a:cubicBezTo>
                <a:cubicBezTo>
                  <a:pt x="166539" y="33754"/>
                  <a:pt x="158681" y="28575"/>
                  <a:pt x="150019" y="28575"/>
                </a:cubicBezTo>
                <a:close/>
              </a:path>
            </a:pathLst>
          </a:custGeom>
          <a:solidFill>
            <a:srgbClr val="5B4FCF"/>
          </a:solidFill>
          <a:ln/>
        </p:spPr>
      </p:sp>
      <p:sp>
        <p:nvSpPr>
          <p:cNvPr id="34" name="Text 32"/>
          <p:cNvSpPr/>
          <p:nvPr/>
        </p:nvSpPr>
        <p:spPr>
          <a:xfrm>
            <a:off x="19431000" y="7594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Max-Width Constraints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9431000" y="80264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 never stretches beyond readable limits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8767425" y="9017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420231" y="334506"/>
                </a:moveTo>
                <a:lnTo>
                  <a:pt x="505956" y="248781"/>
                </a:lnTo>
                <a:cubicBezTo>
                  <a:pt x="517118" y="237619"/>
                  <a:pt x="517118" y="219492"/>
                  <a:pt x="505956" y="208330"/>
                </a:cubicBezTo>
                <a:lnTo>
                  <a:pt x="420231" y="122605"/>
                </a:lnTo>
                <a:cubicBezTo>
                  <a:pt x="409069" y="111443"/>
                  <a:pt x="390942" y="111443"/>
                  <a:pt x="379780" y="122605"/>
                </a:cubicBezTo>
                <a:cubicBezTo>
                  <a:pt x="368618" y="133767"/>
                  <a:pt x="368618" y="151894"/>
                  <a:pt x="379780" y="163056"/>
                </a:cubicBezTo>
                <a:lnTo>
                  <a:pt x="416749" y="200025"/>
                </a:lnTo>
                <a:lnTo>
                  <a:pt x="97512" y="200025"/>
                </a:lnTo>
                <a:lnTo>
                  <a:pt x="134481" y="163056"/>
                </a:lnTo>
                <a:cubicBezTo>
                  <a:pt x="145643" y="151894"/>
                  <a:pt x="145643" y="133767"/>
                  <a:pt x="134481" y="122605"/>
                </a:cubicBezTo>
                <a:cubicBezTo>
                  <a:pt x="123319" y="111443"/>
                  <a:pt x="105192" y="111443"/>
                  <a:pt x="94030" y="122605"/>
                </a:cubicBezTo>
                <a:lnTo>
                  <a:pt x="8305" y="208330"/>
                </a:lnTo>
                <a:cubicBezTo>
                  <a:pt x="2947" y="213687"/>
                  <a:pt x="-89" y="220920"/>
                  <a:pt x="-89" y="228511"/>
                </a:cubicBezTo>
                <a:cubicBezTo>
                  <a:pt x="-89" y="236101"/>
                  <a:pt x="2947" y="243334"/>
                  <a:pt x="8305" y="248692"/>
                </a:cubicBezTo>
                <a:lnTo>
                  <a:pt x="94030" y="334417"/>
                </a:lnTo>
                <a:cubicBezTo>
                  <a:pt x="105192" y="345579"/>
                  <a:pt x="123319" y="345579"/>
                  <a:pt x="134481" y="334417"/>
                </a:cubicBezTo>
                <a:cubicBezTo>
                  <a:pt x="145643" y="323255"/>
                  <a:pt x="145643" y="305127"/>
                  <a:pt x="134481" y="293965"/>
                </a:cubicBezTo>
                <a:lnTo>
                  <a:pt x="97512" y="256996"/>
                </a:lnTo>
                <a:lnTo>
                  <a:pt x="416749" y="256996"/>
                </a:lnTo>
                <a:lnTo>
                  <a:pt x="379780" y="293965"/>
                </a:lnTo>
                <a:cubicBezTo>
                  <a:pt x="368618" y="305127"/>
                  <a:pt x="368618" y="323255"/>
                  <a:pt x="379780" y="334417"/>
                </a:cubicBezTo>
                <a:cubicBezTo>
                  <a:pt x="390942" y="345579"/>
                  <a:pt x="409069" y="345579"/>
                  <a:pt x="420231" y="334417"/>
                </a:cubicBezTo>
                <a:close/>
              </a:path>
            </a:pathLst>
          </a:custGeom>
          <a:solidFill>
            <a:srgbClr val="5B4FCF"/>
          </a:solidFill>
          <a:ln/>
        </p:spPr>
      </p:sp>
      <p:sp>
        <p:nvSpPr>
          <p:cNvPr id="37" name="Text 35"/>
          <p:cNvSpPr/>
          <p:nvPr/>
        </p:nvSpPr>
        <p:spPr>
          <a:xfrm>
            <a:off x="19431000" y="8991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Flutter Web Ready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9431000" y="94234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Single codebase runs on all platforms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16000" y="10287000"/>
            <a:ext cx="165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5B4FC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Flutter's responsive framework</a:t>
            </a: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allows ToyShare to adapt seamlessly from small phones to large desktop monitors, ensuring a great experience on every device.</a:t>
            </a:r>
            <a:endParaRPr lang="en-US" sz="2200" dirty="0"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gradFill flip="none" rotWithShape="1">
          <a:gsLst>
            <a:gs pos="0">
              <a:srgbClr val="EDE9FE"/>
            </a:gs>
            <a:gs pos="50000">
              <a:srgbClr val="F5F3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Technical Highlights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16000" y="15875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Makes ToyShare Special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2349500"/>
            <a:ext cx="22352000" cy="0"/>
          </a:xfrm>
          <a:prstGeom prst="straightConnector1">
            <a:avLst/>
          </a:prstGeom>
          <a:noFill/>
          <a:ln w="12700">
            <a:solidFill>
              <a:srgbClr val="D4CCF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rot="5400000">
            <a:off x="1016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1460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1905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8" name="Shape 6"/>
          <p:cNvSpPr/>
          <p:nvPr/>
        </p:nvSpPr>
        <p:spPr>
          <a:xfrm rot="5400000">
            <a:off x="2349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2794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10" name="Shape 8"/>
          <p:cNvSpPr/>
          <p:nvPr/>
        </p:nvSpPr>
        <p:spPr>
          <a:xfrm rot="5400000">
            <a:off x="3238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3302000"/>
            <a:ext cx="4191000" cy="8890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6000" y="3302000"/>
            <a:ext cx="4191000" cy="2032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5B4FCF"/>
              </a:gs>
              <a:gs pos="100000">
                <a:srgbClr val="8B7FE8"/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2667000" y="3810000"/>
            <a:ext cx="889000" cy="1016000"/>
          </a:xfrm>
          <a:custGeom>
            <a:avLst/>
            <a:gdLst/>
            <a:ahLst/>
            <a:cxnLst/>
            <a:rect l="l" t="t" r="r" b="b"/>
            <a:pathLst>
              <a:path w="889000" h="1016000">
                <a:moveTo>
                  <a:pt x="672306" y="-19645"/>
                </a:moveTo>
                <a:cubicBezTo>
                  <a:pt x="695920" y="-2580"/>
                  <a:pt x="704652" y="28377"/>
                  <a:pt x="693936" y="55364"/>
                </a:cubicBezTo>
                <a:lnTo>
                  <a:pt x="538361" y="444500"/>
                </a:lnTo>
                <a:lnTo>
                  <a:pt x="825500" y="444500"/>
                </a:lnTo>
                <a:cubicBezTo>
                  <a:pt x="852289" y="444500"/>
                  <a:pt x="876102" y="461169"/>
                  <a:pt x="885230" y="486370"/>
                </a:cubicBezTo>
                <a:cubicBezTo>
                  <a:pt x="894358" y="511572"/>
                  <a:pt x="886619" y="539750"/>
                  <a:pt x="866180" y="556816"/>
                </a:cubicBezTo>
                <a:lnTo>
                  <a:pt x="294680" y="1033066"/>
                </a:lnTo>
                <a:cubicBezTo>
                  <a:pt x="272256" y="1051719"/>
                  <a:pt x="240308" y="1052711"/>
                  <a:pt x="216694" y="1035645"/>
                </a:cubicBezTo>
                <a:cubicBezTo>
                  <a:pt x="193080" y="1018580"/>
                  <a:pt x="184348" y="987623"/>
                  <a:pt x="195064" y="960636"/>
                </a:cubicBezTo>
                <a:lnTo>
                  <a:pt x="350639" y="571500"/>
                </a:lnTo>
                <a:lnTo>
                  <a:pt x="63500" y="571500"/>
                </a:lnTo>
                <a:cubicBezTo>
                  <a:pt x="36711" y="571500"/>
                  <a:pt x="12898" y="554831"/>
                  <a:pt x="3770" y="529630"/>
                </a:cubicBezTo>
                <a:cubicBezTo>
                  <a:pt x="-5358" y="504428"/>
                  <a:pt x="2381" y="476250"/>
                  <a:pt x="22820" y="459184"/>
                </a:cubicBezTo>
                <a:lnTo>
                  <a:pt x="594320" y="-17066"/>
                </a:lnTo>
                <a:cubicBezTo>
                  <a:pt x="616744" y="-35719"/>
                  <a:pt x="648692" y="-36711"/>
                  <a:pt x="672306" y="-1964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397000" y="5715000"/>
            <a:ext cx="342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Sync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2222500" y="6350000"/>
            <a:ext cx="1778000" cy="0"/>
          </a:xfrm>
          <a:prstGeom prst="straightConnector1">
            <a:avLst/>
          </a:prstGeom>
          <a:noFill/>
          <a:ln w="50800">
            <a:solidFill>
              <a:srgbClr val="8B7FE8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1397000" y="6604000"/>
            <a:ext cx="3429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Firestore listeners provide instant updates across all connected devices. See new toys, messages, and requests as they happen.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61000" y="3302000"/>
            <a:ext cx="4191000" cy="8890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18" name="Shape 16"/>
          <p:cNvSpPr/>
          <p:nvPr/>
        </p:nvSpPr>
        <p:spPr>
          <a:xfrm>
            <a:off x="5461000" y="3302000"/>
            <a:ext cx="4191000" cy="2032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FF8C42"/>
              </a:gs>
              <a:gs pos="100000">
                <a:srgbClr val="FFB74D"/>
              </a:gs>
            </a:gsLst>
            <a:lin ang="8100000" scaled="1"/>
          </a:gradFill>
          <a:ln/>
        </p:spPr>
      </p:sp>
      <p:sp>
        <p:nvSpPr>
          <p:cNvPr id="19" name="Shape 17"/>
          <p:cNvSpPr/>
          <p:nvPr/>
        </p:nvSpPr>
        <p:spPr>
          <a:xfrm>
            <a:off x="6985000" y="3810000"/>
            <a:ext cx="1143000" cy="1016000"/>
          </a:xfrm>
          <a:custGeom>
            <a:avLst/>
            <a:gdLst/>
            <a:ahLst/>
            <a:cxnLst/>
            <a:rect l="l" t="t" r="r" b="b"/>
            <a:pathLst>
              <a:path w="1143000" h="1016000">
                <a:moveTo>
                  <a:pt x="522684" y="-53578"/>
                </a:moveTo>
                <a:lnTo>
                  <a:pt x="552053" y="19447"/>
                </a:lnTo>
                <a:lnTo>
                  <a:pt x="625078" y="48816"/>
                </a:lnTo>
                <a:cubicBezTo>
                  <a:pt x="631031" y="51197"/>
                  <a:pt x="635000" y="57150"/>
                  <a:pt x="635000" y="63500"/>
                </a:cubicBezTo>
                <a:cubicBezTo>
                  <a:pt x="635000" y="69850"/>
                  <a:pt x="631031" y="75803"/>
                  <a:pt x="625078" y="78184"/>
                </a:cubicBezTo>
                <a:lnTo>
                  <a:pt x="552053" y="107553"/>
                </a:lnTo>
                <a:lnTo>
                  <a:pt x="522684" y="180578"/>
                </a:lnTo>
                <a:cubicBezTo>
                  <a:pt x="520303" y="186531"/>
                  <a:pt x="514350" y="190500"/>
                  <a:pt x="508000" y="190500"/>
                </a:cubicBezTo>
                <a:cubicBezTo>
                  <a:pt x="501650" y="190500"/>
                  <a:pt x="495697" y="186531"/>
                  <a:pt x="493316" y="180578"/>
                </a:cubicBezTo>
                <a:lnTo>
                  <a:pt x="463947" y="107553"/>
                </a:lnTo>
                <a:lnTo>
                  <a:pt x="390922" y="78184"/>
                </a:lnTo>
                <a:cubicBezTo>
                  <a:pt x="384969" y="75803"/>
                  <a:pt x="381000" y="69850"/>
                  <a:pt x="381000" y="63500"/>
                </a:cubicBezTo>
                <a:cubicBezTo>
                  <a:pt x="381000" y="57150"/>
                  <a:pt x="384969" y="51197"/>
                  <a:pt x="390922" y="48816"/>
                </a:cubicBezTo>
                <a:lnTo>
                  <a:pt x="463947" y="19447"/>
                </a:lnTo>
                <a:lnTo>
                  <a:pt x="493316" y="-53578"/>
                </a:lnTo>
                <a:cubicBezTo>
                  <a:pt x="495697" y="-59531"/>
                  <a:pt x="501650" y="-63500"/>
                  <a:pt x="508000" y="-63500"/>
                </a:cubicBezTo>
                <a:cubicBezTo>
                  <a:pt x="514350" y="-63500"/>
                  <a:pt x="520303" y="-59531"/>
                  <a:pt x="522684" y="-53578"/>
                </a:cubicBezTo>
                <a:close/>
                <a:moveTo>
                  <a:pt x="219670" y="82748"/>
                </a:moveTo>
                <a:lnTo>
                  <a:pt x="262334" y="182166"/>
                </a:lnTo>
                <a:lnTo>
                  <a:pt x="361752" y="224830"/>
                </a:lnTo>
                <a:cubicBezTo>
                  <a:pt x="373459" y="229791"/>
                  <a:pt x="381000" y="241300"/>
                  <a:pt x="381000" y="254000"/>
                </a:cubicBezTo>
                <a:cubicBezTo>
                  <a:pt x="381000" y="266700"/>
                  <a:pt x="373459" y="278209"/>
                  <a:pt x="361752" y="283170"/>
                </a:cubicBezTo>
                <a:lnTo>
                  <a:pt x="262334" y="325834"/>
                </a:lnTo>
                <a:lnTo>
                  <a:pt x="219670" y="425252"/>
                </a:lnTo>
                <a:cubicBezTo>
                  <a:pt x="214709" y="436959"/>
                  <a:pt x="203200" y="444500"/>
                  <a:pt x="190500" y="444500"/>
                </a:cubicBezTo>
                <a:cubicBezTo>
                  <a:pt x="177800" y="444500"/>
                  <a:pt x="166291" y="436959"/>
                  <a:pt x="161330" y="425252"/>
                </a:cubicBezTo>
                <a:lnTo>
                  <a:pt x="118666" y="325834"/>
                </a:lnTo>
                <a:lnTo>
                  <a:pt x="19248" y="283170"/>
                </a:lnTo>
                <a:cubicBezTo>
                  <a:pt x="7541" y="278209"/>
                  <a:pt x="0" y="266700"/>
                  <a:pt x="0" y="254000"/>
                </a:cubicBezTo>
                <a:cubicBezTo>
                  <a:pt x="0" y="241300"/>
                  <a:pt x="7541" y="229791"/>
                  <a:pt x="19248" y="224830"/>
                </a:cubicBezTo>
                <a:lnTo>
                  <a:pt x="118666" y="182166"/>
                </a:lnTo>
                <a:lnTo>
                  <a:pt x="161330" y="82748"/>
                </a:lnTo>
                <a:cubicBezTo>
                  <a:pt x="166291" y="71041"/>
                  <a:pt x="177800" y="63500"/>
                  <a:pt x="190500" y="63500"/>
                </a:cubicBezTo>
                <a:cubicBezTo>
                  <a:pt x="203200" y="63500"/>
                  <a:pt x="214709" y="71041"/>
                  <a:pt x="219670" y="82748"/>
                </a:cubicBezTo>
                <a:close/>
                <a:moveTo>
                  <a:pt x="920750" y="603250"/>
                </a:moveTo>
                <a:cubicBezTo>
                  <a:pt x="933450" y="603250"/>
                  <a:pt x="944959" y="610791"/>
                  <a:pt x="949920" y="622498"/>
                </a:cubicBezTo>
                <a:lnTo>
                  <a:pt x="992584" y="721916"/>
                </a:lnTo>
                <a:lnTo>
                  <a:pt x="1092002" y="764580"/>
                </a:lnTo>
                <a:cubicBezTo>
                  <a:pt x="1103709" y="769541"/>
                  <a:pt x="1111250" y="781050"/>
                  <a:pt x="1111250" y="793750"/>
                </a:cubicBezTo>
                <a:cubicBezTo>
                  <a:pt x="1111250" y="806450"/>
                  <a:pt x="1103709" y="817959"/>
                  <a:pt x="1092002" y="822920"/>
                </a:cubicBezTo>
                <a:lnTo>
                  <a:pt x="992584" y="865584"/>
                </a:lnTo>
                <a:lnTo>
                  <a:pt x="949920" y="965002"/>
                </a:lnTo>
                <a:cubicBezTo>
                  <a:pt x="944959" y="976709"/>
                  <a:pt x="933450" y="984250"/>
                  <a:pt x="920750" y="984250"/>
                </a:cubicBezTo>
                <a:cubicBezTo>
                  <a:pt x="908050" y="984250"/>
                  <a:pt x="896541" y="976709"/>
                  <a:pt x="891580" y="965002"/>
                </a:cubicBezTo>
                <a:lnTo>
                  <a:pt x="848916" y="865584"/>
                </a:lnTo>
                <a:lnTo>
                  <a:pt x="749498" y="822920"/>
                </a:lnTo>
                <a:cubicBezTo>
                  <a:pt x="737791" y="817959"/>
                  <a:pt x="730250" y="806450"/>
                  <a:pt x="730250" y="793750"/>
                </a:cubicBezTo>
                <a:cubicBezTo>
                  <a:pt x="730250" y="781050"/>
                  <a:pt x="737791" y="769541"/>
                  <a:pt x="749498" y="764580"/>
                </a:cubicBezTo>
                <a:lnTo>
                  <a:pt x="848916" y="721916"/>
                </a:lnTo>
                <a:lnTo>
                  <a:pt x="891580" y="622498"/>
                </a:lnTo>
                <a:cubicBezTo>
                  <a:pt x="896541" y="610791"/>
                  <a:pt x="908050" y="603250"/>
                  <a:pt x="920750" y="603250"/>
                </a:cubicBezTo>
                <a:close/>
                <a:moveTo>
                  <a:pt x="912813" y="0"/>
                </a:moveTo>
                <a:cubicBezTo>
                  <a:pt x="934641" y="0"/>
                  <a:pt x="955675" y="8731"/>
                  <a:pt x="971352" y="24209"/>
                </a:cubicBezTo>
                <a:lnTo>
                  <a:pt x="1055291" y="108148"/>
                </a:lnTo>
                <a:cubicBezTo>
                  <a:pt x="1070769" y="123825"/>
                  <a:pt x="1079500" y="144859"/>
                  <a:pt x="1079500" y="166688"/>
                </a:cubicBezTo>
                <a:cubicBezTo>
                  <a:pt x="1079500" y="188516"/>
                  <a:pt x="1070769" y="209550"/>
                  <a:pt x="1055291" y="225227"/>
                </a:cubicBezTo>
                <a:lnTo>
                  <a:pt x="880269" y="400248"/>
                </a:lnTo>
                <a:lnTo>
                  <a:pt x="679252" y="199231"/>
                </a:lnTo>
                <a:lnTo>
                  <a:pt x="854273" y="24209"/>
                </a:lnTo>
                <a:cubicBezTo>
                  <a:pt x="869950" y="8731"/>
                  <a:pt x="890984" y="0"/>
                  <a:pt x="912813" y="0"/>
                </a:cubicBezTo>
                <a:close/>
                <a:moveTo>
                  <a:pt x="87709" y="790773"/>
                </a:moveTo>
                <a:lnTo>
                  <a:pt x="611981" y="266502"/>
                </a:lnTo>
                <a:lnTo>
                  <a:pt x="812998" y="467519"/>
                </a:lnTo>
                <a:lnTo>
                  <a:pt x="288727" y="991791"/>
                </a:lnTo>
                <a:cubicBezTo>
                  <a:pt x="273050" y="1007269"/>
                  <a:pt x="252016" y="1016000"/>
                  <a:pt x="230188" y="1016000"/>
                </a:cubicBezTo>
                <a:cubicBezTo>
                  <a:pt x="208359" y="1016000"/>
                  <a:pt x="187325" y="1007269"/>
                  <a:pt x="171648" y="991791"/>
                </a:cubicBezTo>
                <a:lnTo>
                  <a:pt x="87709" y="907852"/>
                </a:lnTo>
                <a:cubicBezTo>
                  <a:pt x="72231" y="892175"/>
                  <a:pt x="63500" y="871141"/>
                  <a:pt x="63500" y="849313"/>
                </a:cubicBezTo>
                <a:cubicBezTo>
                  <a:pt x="63500" y="827484"/>
                  <a:pt x="72231" y="806450"/>
                  <a:pt x="87709" y="79077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842000" y="5715000"/>
            <a:ext cx="342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Optimistic UI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667500" y="6350000"/>
            <a:ext cx="1778000" cy="0"/>
          </a:xfrm>
          <a:prstGeom prst="straightConnector1">
            <a:avLst/>
          </a:prstGeom>
          <a:noFill/>
          <a:ln w="50800">
            <a:solidFill>
              <a:srgbClr val="FF8C42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5842000" y="6604000"/>
            <a:ext cx="3429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UI updates immediately before server confirmation. Rollback on error. Feels instant and responsive to users.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906000" y="3302000"/>
            <a:ext cx="4191000" cy="8890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24" name="Shape 22"/>
          <p:cNvSpPr/>
          <p:nvPr/>
        </p:nvSpPr>
        <p:spPr>
          <a:xfrm>
            <a:off x="9906000" y="3302000"/>
            <a:ext cx="4191000" cy="2032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8B7FE8"/>
              </a:gs>
              <a:gs pos="100000">
                <a:srgbClr val="B39DDB"/>
              </a:gs>
            </a:gsLst>
            <a:lin ang="8100000" scaled="1"/>
          </a:gradFill>
          <a:ln/>
        </p:spPr>
      </p:sp>
      <p:sp>
        <p:nvSpPr>
          <p:cNvPr id="25" name="Shape 23"/>
          <p:cNvSpPr/>
          <p:nvPr/>
        </p:nvSpPr>
        <p:spPr>
          <a:xfrm>
            <a:off x="11430000" y="3810000"/>
            <a:ext cx="1143000" cy="1016000"/>
          </a:xfrm>
          <a:custGeom>
            <a:avLst/>
            <a:gdLst/>
            <a:ahLst/>
            <a:cxnLst/>
            <a:rect l="l" t="t" r="r" b="b"/>
            <a:pathLst>
              <a:path w="1143000" h="1016000">
                <a:moveTo>
                  <a:pt x="285750" y="952500"/>
                </a:moveTo>
                <a:cubicBezTo>
                  <a:pt x="127992" y="952500"/>
                  <a:pt x="0" y="824508"/>
                  <a:pt x="0" y="666750"/>
                </a:cubicBezTo>
                <a:cubicBezTo>
                  <a:pt x="0" y="540941"/>
                  <a:pt x="81359" y="434181"/>
                  <a:pt x="194270" y="395883"/>
                </a:cubicBezTo>
                <a:cubicBezTo>
                  <a:pt x="191691" y="380603"/>
                  <a:pt x="190500" y="365125"/>
                  <a:pt x="190500" y="349250"/>
                </a:cubicBezTo>
                <a:cubicBezTo>
                  <a:pt x="190500" y="191492"/>
                  <a:pt x="318492" y="63500"/>
                  <a:pt x="476250" y="63500"/>
                </a:cubicBezTo>
                <a:cubicBezTo>
                  <a:pt x="586184" y="63500"/>
                  <a:pt x="681633" y="125611"/>
                  <a:pt x="729456" y="216495"/>
                </a:cubicBezTo>
                <a:cubicBezTo>
                  <a:pt x="757634" y="200025"/>
                  <a:pt x="790575" y="190500"/>
                  <a:pt x="825500" y="190500"/>
                </a:cubicBezTo>
                <a:cubicBezTo>
                  <a:pt x="930672" y="190500"/>
                  <a:pt x="1016000" y="275828"/>
                  <a:pt x="1016000" y="381000"/>
                </a:cubicBezTo>
                <a:cubicBezTo>
                  <a:pt x="1016000" y="412155"/>
                  <a:pt x="1008459" y="441722"/>
                  <a:pt x="995164" y="467717"/>
                </a:cubicBezTo>
                <a:cubicBezTo>
                  <a:pt x="1082477" y="508000"/>
                  <a:pt x="1143000" y="596106"/>
                  <a:pt x="1143000" y="698500"/>
                </a:cubicBezTo>
                <a:cubicBezTo>
                  <a:pt x="1143000" y="838795"/>
                  <a:pt x="1029295" y="952500"/>
                  <a:pt x="889000" y="952500"/>
                </a:cubicBezTo>
                <a:lnTo>
                  <a:pt x="285750" y="952500"/>
                </a:lnTo>
                <a:close/>
                <a:moveTo>
                  <a:pt x="605234" y="379016"/>
                </a:moveTo>
                <a:cubicBezTo>
                  <a:pt x="586581" y="360363"/>
                  <a:pt x="556419" y="360363"/>
                  <a:pt x="537964" y="379016"/>
                </a:cubicBezTo>
                <a:lnTo>
                  <a:pt x="395089" y="521891"/>
                </a:lnTo>
                <a:cubicBezTo>
                  <a:pt x="376436" y="540544"/>
                  <a:pt x="376436" y="570706"/>
                  <a:pt x="395089" y="589161"/>
                </a:cubicBezTo>
                <a:cubicBezTo>
                  <a:pt x="413742" y="607616"/>
                  <a:pt x="443905" y="607814"/>
                  <a:pt x="462359" y="589161"/>
                </a:cubicBezTo>
                <a:lnTo>
                  <a:pt x="523875" y="527645"/>
                </a:lnTo>
                <a:lnTo>
                  <a:pt x="523875" y="730250"/>
                </a:lnTo>
                <a:cubicBezTo>
                  <a:pt x="523875" y="756642"/>
                  <a:pt x="545108" y="777875"/>
                  <a:pt x="571500" y="777875"/>
                </a:cubicBezTo>
                <a:cubicBezTo>
                  <a:pt x="597892" y="777875"/>
                  <a:pt x="619125" y="756642"/>
                  <a:pt x="619125" y="730250"/>
                </a:cubicBezTo>
                <a:lnTo>
                  <a:pt x="619125" y="527645"/>
                </a:lnTo>
                <a:lnTo>
                  <a:pt x="680641" y="589161"/>
                </a:lnTo>
                <a:cubicBezTo>
                  <a:pt x="699294" y="607814"/>
                  <a:pt x="729456" y="607814"/>
                  <a:pt x="747911" y="589161"/>
                </a:cubicBezTo>
                <a:cubicBezTo>
                  <a:pt x="766366" y="570508"/>
                  <a:pt x="766564" y="540345"/>
                  <a:pt x="747911" y="521891"/>
                </a:cubicBezTo>
                <a:lnTo>
                  <a:pt x="605036" y="37901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0287000" y="5715000"/>
            <a:ext cx="342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Storage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11112500" y="6350000"/>
            <a:ext cx="1778000" cy="0"/>
          </a:xfrm>
          <a:prstGeom prst="straightConnector1">
            <a:avLst/>
          </a:prstGeom>
          <a:noFill/>
          <a:ln w="50800">
            <a:solidFill>
              <a:srgbClr val="8B7FE8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10287000" y="6604000"/>
            <a:ext cx="3429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Firebase Storage handles toy photo uploads with automatic compression, caching, and fast CDN delivery worldwide.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4351000" y="3302000"/>
            <a:ext cx="4191000" cy="8890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30" name="Shape 28"/>
          <p:cNvSpPr/>
          <p:nvPr/>
        </p:nvSpPr>
        <p:spPr>
          <a:xfrm>
            <a:off x="14351000" y="3302000"/>
            <a:ext cx="4191000" cy="2032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4CAF50"/>
              </a:gs>
              <a:gs pos="100000">
                <a:srgbClr val="81C784"/>
              </a:gs>
            </a:gsLst>
            <a:lin ang="8100000" scaled="1"/>
          </a:gradFill>
          <a:ln/>
        </p:spPr>
      </p:sp>
      <p:sp>
        <p:nvSpPr>
          <p:cNvPr id="31" name="Shape 29"/>
          <p:cNvSpPr/>
          <p:nvPr/>
        </p:nvSpPr>
        <p:spPr>
          <a:xfrm>
            <a:off x="16002000" y="3810000"/>
            <a:ext cx="889000" cy="1016000"/>
          </a:xfrm>
          <a:custGeom>
            <a:avLst/>
            <a:gdLst/>
            <a:ahLst/>
            <a:cxnLst/>
            <a:rect l="l" t="t" r="r" b="b"/>
            <a:pathLst>
              <a:path w="889000" h="1016000">
                <a:moveTo>
                  <a:pt x="444500" y="0"/>
                </a:moveTo>
                <a:cubicBezTo>
                  <a:pt x="409377" y="0"/>
                  <a:pt x="381000" y="28377"/>
                  <a:pt x="381000" y="63500"/>
                </a:cubicBezTo>
                <a:lnTo>
                  <a:pt x="381000" y="69850"/>
                </a:lnTo>
                <a:cubicBezTo>
                  <a:pt x="236141" y="99219"/>
                  <a:pt x="127000" y="227409"/>
                  <a:pt x="127000" y="381000"/>
                </a:cubicBezTo>
                <a:lnTo>
                  <a:pt x="127000" y="424061"/>
                </a:lnTo>
                <a:cubicBezTo>
                  <a:pt x="127000" y="519509"/>
                  <a:pt x="94456" y="612180"/>
                  <a:pt x="34925" y="686792"/>
                </a:cubicBezTo>
                <a:lnTo>
                  <a:pt x="15478" y="711002"/>
                </a:lnTo>
                <a:cubicBezTo>
                  <a:pt x="5358" y="723503"/>
                  <a:pt x="0" y="738981"/>
                  <a:pt x="0" y="755055"/>
                </a:cubicBezTo>
                <a:cubicBezTo>
                  <a:pt x="0" y="793948"/>
                  <a:pt x="31552" y="825500"/>
                  <a:pt x="70445" y="825500"/>
                </a:cubicBezTo>
                <a:lnTo>
                  <a:pt x="818356" y="825500"/>
                </a:lnTo>
                <a:cubicBezTo>
                  <a:pt x="857250" y="825500"/>
                  <a:pt x="888802" y="793948"/>
                  <a:pt x="888802" y="755055"/>
                </a:cubicBezTo>
                <a:cubicBezTo>
                  <a:pt x="888802" y="738981"/>
                  <a:pt x="883444" y="723503"/>
                  <a:pt x="873323" y="711002"/>
                </a:cubicBezTo>
                <a:lnTo>
                  <a:pt x="853877" y="686792"/>
                </a:lnTo>
                <a:cubicBezTo>
                  <a:pt x="794544" y="612180"/>
                  <a:pt x="762000" y="519509"/>
                  <a:pt x="762000" y="424061"/>
                </a:cubicBezTo>
                <a:lnTo>
                  <a:pt x="762000" y="381000"/>
                </a:lnTo>
                <a:cubicBezTo>
                  <a:pt x="762000" y="227409"/>
                  <a:pt x="652859" y="99219"/>
                  <a:pt x="508000" y="69850"/>
                </a:cubicBezTo>
                <a:lnTo>
                  <a:pt x="508000" y="63500"/>
                </a:lnTo>
                <a:cubicBezTo>
                  <a:pt x="508000" y="28377"/>
                  <a:pt x="479623" y="0"/>
                  <a:pt x="444500" y="0"/>
                </a:cubicBezTo>
                <a:close/>
                <a:moveTo>
                  <a:pt x="321469" y="920750"/>
                </a:moveTo>
                <a:cubicBezTo>
                  <a:pt x="335558" y="975519"/>
                  <a:pt x="385366" y="1016000"/>
                  <a:pt x="444500" y="1016000"/>
                </a:cubicBezTo>
                <a:cubicBezTo>
                  <a:pt x="503634" y="1016000"/>
                  <a:pt x="553442" y="975519"/>
                  <a:pt x="567531" y="920750"/>
                </a:cubicBezTo>
                <a:lnTo>
                  <a:pt x="321469" y="9207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4732000" y="5715000"/>
            <a:ext cx="342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Notifications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15557500" y="6350000"/>
            <a:ext cx="1778000" cy="0"/>
          </a:xfrm>
          <a:prstGeom prst="straightConnector1">
            <a:avLst/>
          </a:prstGeom>
          <a:noFill/>
          <a:ln w="50800">
            <a:solidFill>
              <a:srgbClr val="4CAF50"/>
            </a:solidFill>
            <a:prstDash val="solid"/>
            <a:headEnd type="none"/>
            <a:tailEnd type="none"/>
          </a:ln>
        </p:spPr>
      </p:sp>
      <p:sp>
        <p:nvSpPr>
          <p:cNvPr id="34" name="Text 32"/>
          <p:cNvSpPr/>
          <p:nvPr/>
        </p:nvSpPr>
        <p:spPr>
          <a:xfrm>
            <a:off x="14732000" y="6604000"/>
            <a:ext cx="3429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In-app notification service keeps users informed. Unread badges, alert banners, and notification history.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18796000" y="3302000"/>
            <a:ext cx="4572000" cy="8890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796000" y="3302000"/>
            <a:ext cx="4572000" cy="2032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E91E63"/>
              </a:gs>
              <a:gs pos="100000">
                <a:srgbClr val="F48FB1"/>
              </a:gs>
            </a:gsLst>
            <a:lin ang="8100000" scaled="1"/>
          </a:gradFill>
          <a:ln/>
        </p:spPr>
      </p:sp>
      <p:sp>
        <p:nvSpPr>
          <p:cNvPr id="37" name="Shape 35"/>
          <p:cNvSpPr/>
          <p:nvPr/>
        </p:nvSpPr>
        <p:spPr>
          <a:xfrm>
            <a:off x="20637500" y="3810000"/>
            <a:ext cx="889000" cy="1016000"/>
          </a:xfrm>
          <a:custGeom>
            <a:avLst/>
            <a:gdLst/>
            <a:ahLst/>
            <a:cxnLst/>
            <a:rect l="l" t="t" r="r" b="b"/>
            <a:pathLst>
              <a:path w="889000" h="1016000">
                <a:moveTo>
                  <a:pt x="0" y="190500"/>
                </a:moveTo>
                <a:cubicBezTo>
                  <a:pt x="0" y="120452"/>
                  <a:pt x="56952" y="63500"/>
                  <a:pt x="127000" y="63500"/>
                </a:cubicBezTo>
                <a:lnTo>
                  <a:pt x="762000" y="63500"/>
                </a:lnTo>
                <a:cubicBezTo>
                  <a:pt x="832048" y="63500"/>
                  <a:pt x="889000" y="120452"/>
                  <a:pt x="889000" y="190500"/>
                </a:cubicBezTo>
                <a:lnTo>
                  <a:pt x="889000" y="825500"/>
                </a:lnTo>
                <a:cubicBezTo>
                  <a:pt x="889000" y="895548"/>
                  <a:pt x="832048" y="952500"/>
                  <a:pt x="762000" y="952500"/>
                </a:cubicBezTo>
                <a:lnTo>
                  <a:pt x="127000" y="952500"/>
                </a:lnTo>
                <a:cubicBezTo>
                  <a:pt x="56952" y="952500"/>
                  <a:pt x="0" y="895548"/>
                  <a:pt x="0" y="825500"/>
                </a:cubicBezTo>
                <a:lnTo>
                  <a:pt x="0" y="190500"/>
                </a:lnTo>
                <a:close/>
                <a:moveTo>
                  <a:pt x="95250" y="730250"/>
                </a:moveTo>
                <a:lnTo>
                  <a:pt x="95250" y="793750"/>
                </a:lnTo>
                <a:cubicBezTo>
                  <a:pt x="95250" y="811213"/>
                  <a:pt x="109538" y="825500"/>
                  <a:pt x="127000" y="825500"/>
                </a:cubicBezTo>
                <a:lnTo>
                  <a:pt x="190500" y="825500"/>
                </a:lnTo>
                <a:cubicBezTo>
                  <a:pt x="207963" y="825500"/>
                  <a:pt x="222250" y="811213"/>
                  <a:pt x="222250" y="793750"/>
                </a:cubicBezTo>
                <a:lnTo>
                  <a:pt x="222250" y="730250"/>
                </a:lnTo>
                <a:cubicBezTo>
                  <a:pt x="222250" y="712788"/>
                  <a:pt x="207963" y="698500"/>
                  <a:pt x="190500" y="698500"/>
                </a:cubicBezTo>
                <a:lnTo>
                  <a:pt x="127000" y="698500"/>
                </a:lnTo>
                <a:cubicBezTo>
                  <a:pt x="109538" y="698500"/>
                  <a:pt x="95250" y="712788"/>
                  <a:pt x="95250" y="730250"/>
                </a:cubicBezTo>
                <a:close/>
                <a:moveTo>
                  <a:pt x="698500" y="698500"/>
                </a:moveTo>
                <a:cubicBezTo>
                  <a:pt x="681038" y="698500"/>
                  <a:pt x="666750" y="712788"/>
                  <a:pt x="666750" y="730250"/>
                </a:cubicBezTo>
                <a:lnTo>
                  <a:pt x="666750" y="793750"/>
                </a:lnTo>
                <a:cubicBezTo>
                  <a:pt x="666750" y="811213"/>
                  <a:pt x="681038" y="825500"/>
                  <a:pt x="698500" y="825500"/>
                </a:cubicBezTo>
                <a:lnTo>
                  <a:pt x="762000" y="825500"/>
                </a:lnTo>
                <a:cubicBezTo>
                  <a:pt x="779463" y="825500"/>
                  <a:pt x="793750" y="811213"/>
                  <a:pt x="793750" y="793750"/>
                </a:cubicBezTo>
                <a:lnTo>
                  <a:pt x="793750" y="730250"/>
                </a:lnTo>
                <a:cubicBezTo>
                  <a:pt x="793750" y="712788"/>
                  <a:pt x="779463" y="698500"/>
                  <a:pt x="762000" y="698500"/>
                </a:cubicBezTo>
                <a:lnTo>
                  <a:pt x="698500" y="698500"/>
                </a:lnTo>
                <a:close/>
                <a:moveTo>
                  <a:pt x="95250" y="476250"/>
                </a:moveTo>
                <a:lnTo>
                  <a:pt x="95250" y="539750"/>
                </a:lnTo>
                <a:cubicBezTo>
                  <a:pt x="95250" y="557213"/>
                  <a:pt x="109538" y="571500"/>
                  <a:pt x="127000" y="571500"/>
                </a:cubicBezTo>
                <a:lnTo>
                  <a:pt x="190500" y="571500"/>
                </a:lnTo>
                <a:cubicBezTo>
                  <a:pt x="207963" y="571500"/>
                  <a:pt x="222250" y="557213"/>
                  <a:pt x="222250" y="539750"/>
                </a:cubicBezTo>
                <a:lnTo>
                  <a:pt x="222250" y="476250"/>
                </a:lnTo>
                <a:cubicBezTo>
                  <a:pt x="222250" y="458787"/>
                  <a:pt x="207963" y="444500"/>
                  <a:pt x="190500" y="444500"/>
                </a:cubicBezTo>
                <a:lnTo>
                  <a:pt x="127000" y="444500"/>
                </a:lnTo>
                <a:cubicBezTo>
                  <a:pt x="109538" y="444500"/>
                  <a:pt x="95250" y="458787"/>
                  <a:pt x="95250" y="476250"/>
                </a:cubicBezTo>
                <a:close/>
                <a:moveTo>
                  <a:pt x="698500" y="444500"/>
                </a:moveTo>
                <a:cubicBezTo>
                  <a:pt x="681038" y="444500"/>
                  <a:pt x="666750" y="458787"/>
                  <a:pt x="666750" y="476250"/>
                </a:cubicBezTo>
                <a:lnTo>
                  <a:pt x="666750" y="539750"/>
                </a:lnTo>
                <a:cubicBezTo>
                  <a:pt x="666750" y="557213"/>
                  <a:pt x="681038" y="571500"/>
                  <a:pt x="698500" y="571500"/>
                </a:cubicBezTo>
                <a:lnTo>
                  <a:pt x="762000" y="571500"/>
                </a:lnTo>
                <a:cubicBezTo>
                  <a:pt x="779463" y="571500"/>
                  <a:pt x="793750" y="557213"/>
                  <a:pt x="793750" y="539750"/>
                </a:cubicBezTo>
                <a:lnTo>
                  <a:pt x="793750" y="476250"/>
                </a:lnTo>
                <a:cubicBezTo>
                  <a:pt x="793750" y="458787"/>
                  <a:pt x="779463" y="444500"/>
                  <a:pt x="762000" y="444500"/>
                </a:cubicBezTo>
                <a:lnTo>
                  <a:pt x="698500" y="444500"/>
                </a:lnTo>
                <a:close/>
                <a:moveTo>
                  <a:pt x="95250" y="222250"/>
                </a:moveTo>
                <a:lnTo>
                  <a:pt x="95250" y="285750"/>
                </a:lnTo>
                <a:cubicBezTo>
                  <a:pt x="95250" y="303213"/>
                  <a:pt x="109538" y="317500"/>
                  <a:pt x="127000" y="317500"/>
                </a:cubicBezTo>
                <a:lnTo>
                  <a:pt x="190500" y="317500"/>
                </a:lnTo>
                <a:cubicBezTo>
                  <a:pt x="207963" y="317500"/>
                  <a:pt x="222250" y="303213"/>
                  <a:pt x="222250" y="285750"/>
                </a:cubicBezTo>
                <a:lnTo>
                  <a:pt x="222250" y="222250"/>
                </a:lnTo>
                <a:cubicBezTo>
                  <a:pt x="222250" y="204788"/>
                  <a:pt x="207963" y="190500"/>
                  <a:pt x="190500" y="190500"/>
                </a:cubicBezTo>
                <a:lnTo>
                  <a:pt x="127000" y="190500"/>
                </a:lnTo>
                <a:cubicBezTo>
                  <a:pt x="109538" y="190500"/>
                  <a:pt x="95250" y="204788"/>
                  <a:pt x="95250" y="222250"/>
                </a:cubicBezTo>
                <a:close/>
                <a:moveTo>
                  <a:pt x="698500" y="190500"/>
                </a:moveTo>
                <a:cubicBezTo>
                  <a:pt x="681038" y="190500"/>
                  <a:pt x="666750" y="204788"/>
                  <a:pt x="666750" y="222250"/>
                </a:cubicBezTo>
                <a:lnTo>
                  <a:pt x="666750" y="285750"/>
                </a:lnTo>
                <a:cubicBezTo>
                  <a:pt x="666750" y="303213"/>
                  <a:pt x="681038" y="317500"/>
                  <a:pt x="698500" y="317500"/>
                </a:cubicBezTo>
                <a:lnTo>
                  <a:pt x="762000" y="317500"/>
                </a:lnTo>
                <a:cubicBezTo>
                  <a:pt x="779463" y="317500"/>
                  <a:pt x="793750" y="303213"/>
                  <a:pt x="793750" y="285750"/>
                </a:cubicBezTo>
                <a:lnTo>
                  <a:pt x="793750" y="222250"/>
                </a:lnTo>
                <a:cubicBezTo>
                  <a:pt x="793750" y="204788"/>
                  <a:pt x="779463" y="190500"/>
                  <a:pt x="762000" y="190500"/>
                </a:cubicBezTo>
                <a:lnTo>
                  <a:pt x="698500" y="190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19177000" y="5715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Animations</a:t>
            </a:r>
            <a:endParaRPr lang="en-US" sz="2800" dirty="0"/>
          </a:p>
        </p:txBody>
      </p:sp>
      <p:sp>
        <p:nvSpPr>
          <p:cNvPr id="39" name="Shape 37"/>
          <p:cNvSpPr/>
          <p:nvPr/>
        </p:nvSpPr>
        <p:spPr>
          <a:xfrm>
            <a:off x="20193000" y="6350000"/>
            <a:ext cx="1778000" cy="0"/>
          </a:xfrm>
          <a:prstGeom prst="straightConnector1">
            <a:avLst/>
          </a:prstGeom>
          <a:noFill/>
          <a:ln w="50800">
            <a:solidFill>
              <a:srgbClr val="E91E63"/>
            </a:solidFill>
            <a:prstDash val="solid"/>
            <a:headEnd type="none"/>
            <a:tailEnd type="none"/>
          </a:ln>
        </p:spPr>
      </p:sp>
      <p:sp>
        <p:nvSpPr>
          <p:cNvPr id="40" name="Text 38"/>
          <p:cNvSpPr/>
          <p:nvPr/>
        </p:nvSpPr>
        <p:spPr>
          <a:xfrm>
            <a:off x="19177000" y="6604000"/>
            <a:ext cx="381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Animated transitions and micro-interactions throughout. Hero animations, page transitions, and loading skeletons.</a:t>
            </a:r>
            <a:endParaRPr lang="en-US" sz="2200" dirty="0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gradFill flip="none" rotWithShape="1">
          <a:gsLst>
            <a:gs pos="0">
              <a:srgbClr val="EDE9FE"/>
            </a:gs>
            <a:gs pos="50000">
              <a:srgbClr val="F5F3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Enhancements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16000" y="15875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 for ToyShare v2.0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2349500"/>
            <a:ext cx="22352000" cy="0"/>
          </a:xfrm>
          <a:prstGeom prst="straightConnector1">
            <a:avLst/>
          </a:prstGeom>
          <a:noFill/>
          <a:ln w="12700">
            <a:solidFill>
              <a:srgbClr val="D4CCF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rot="5400000">
            <a:off x="1016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1460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1905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8" name="Shape 6"/>
          <p:cNvSpPr/>
          <p:nvPr/>
        </p:nvSpPr>
        <p:spPr>
          <a:xfrm rot="5400000">
            <a:off x="2349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27940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10" name="Shape 8"/>
          <p:cNvSpPr/>
          <p:nvPr/>
        </p:nvSpPr>
        <p:spPr>
          <a:xfrm rot="5400000">
            <a:off x="3238500" y="2667000"/>
            <a:ext cx="304800" cy="279400"/>
          </a:xfrm>
          <a:prstGeom prst="triangle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3302000"/>
            <a:ext cx="6858000" cy="4064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12" name="Shape 10"/>
          <p:cNvSpPr/>
          <p:nvPr/>
        </p:nvSpPr>
        <p:spPr>
          <a:xfrm>
            <a:off x="1492250" y="3683000"/>
            <a:ext cx="571500" cy="762000"/>
          </a:xfrm>
          <a:custGeom>
            <a:avLst/>
            <a:gdLst/>
            <a:ahLst/>
            <a:cxnLst/>
            <a:rect l="l" t="t" r="r" b="b"/>
            <a:pathLst>
              <a:path w="571500" h="762000">
                <a:moveTo>
                  <a:pt x="0" y="280690"/>
                </a:moveTo>
                <a:cubicBezTo>
                  <a:pt x="0" y="125611"/>
                  <a:pt x="127992" y="0"/>
                  <a:pt x="285750" y="0"/>
                </a:cubicBezTo>
                <a:cubicBezTo>
                  <a:pt x="443508" y="0"/>
                  <a:pt x="571500" y="125611"/>
                  <a:pt x="571500" y="280690"/>
                </a:cubicBezTo>
                <a:cubicBezTo>
                  <a:pt x="571500" y="458242"/>
                  <a:pt x="392609" y="671066"/>
                  <a:pt x="317897" y="752177"/>
                </a:cubicBezTo>
                <a:cubicBezTo>
                  <a:pt x="300335" y="771227"/>
                  <a:pt x="271016" y="771227"/>
                  <a:pt x="253454" y="752177"/>
                </a:cubicBezTo>
                <a:cubicBezTo>
                  <a:pt x="178743" y="671066"/>
                  <a:pt x="-149" y="458242"/>
                  <a:pt x="-149" y="280690"/>
                </a:cubicBezTo>
                <a:close/>
                <a:moveTo>
                  <a:pt x="285750" y="381000"/>
                </a:moveTo>
                <a:cubicBezTo>
                  <a:pt x="338320" y="381000"/>
                  <a:pt x="381000" y="338320"/>
                  <a:pt x="381000" y="285750"/>
                </a:cubicBezTo>
                <a:cubicBezTo>
                  <a:pt x="381000" y="233180"/>
                  <a:pt x="338320" y="190500"/>
                  <a:pt x="285750" y="190500"/>
                </a:cubicBezTo>
                <a:cubicBezTo>
                  <a:pt x="233180" y="190500"/>
                  <a:pt x="190500" y="233180"/>
                  <a:pt x="190500" y="285750"/>
                </a:cubicBezTo>
                <a:cubicBezTo>
                  <a:pt x="190500" y="338320"/>
                  <a:pt x="233180" y="381000"/>
                  <a:pt x="285750" y="381000"/>
                </a:cubicBezTo>
                <a:close/>
              </a:path>
            </a:pathLst>
          </a:custGeom>
          <a:solidFill>
            <a:srgbClr val="5B4FCF"/>
          </a:solidFill>
          <a:ln/>
        </p:spPr>
      </p:sp>
      <p:sp>
        <p:nvSpPr>
          <p:cNvPr id="13" name="Text 11"/>
          <p:cNvSpPr/>
          <p:nvPr/>
        </p:nvSpPr>
        <p:spPr>
          <a:xfrm>
            <a:off x="2413000" y="3683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Geofencing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096000" y="4318000"/>
            <a:ext cx="1397000" cy="355600"/>
          </a:xfrm>
          <a:prstGeom prst="roundRect">
            <a:avLst>
              <a:gd name="adj" fmla="val 50000"/>
            </a:avLst>
          </a:prstGeom>
          <a:solidFill>
            <a:srgbClr val="5B4FCF"/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0" y="4318000"/>
            <a:ext cx="139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COMING SOON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97000" y="4699000"/>
            <a:ext cx="609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Discover toys near you with location-based search. Set your preferred radius and get notified when new toys are listed nearby.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255000" y="3302000"/>
            <a:ext cx="6858000" cy="4064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18" name="Shape 16"/>
          <p:cNvSpPr/>
          <p:nvPr/>
        </p:nvSpPr>
        <p:spPr>
          <a:xfrm>
            <a:off x="8588375" y="3683000"/>
            <a:ext cx="857250" cy="762000"/>
          </a:xfrm>
          <a:custGeom>
            <a:avLst/>
            <a:gdLst/>
            <a:ahLst/>
            <a:cxnLst/>
            <a:rect l="l" t="t" r="r" b="b"/>
            <a:pathLst>
              <a:path w="857250" h="762000">
                <a:moveTo>
                  <a:pt x="798314" y="-39142"/>
                </a:moveTo>
                <a:cubicBezTo>
                  <a:pt x="812899" y="-44351"/>
                  <a:pt x="828973" y="-40630"/>
                  <a:pt x="839986" y="-29766"/>
                </a:cubicBezTo>
                <a:cubicBezTo>
                  <a:pt x="850999" y="-18901"/>
                  <a:pt x="854571" y="-2679"/>
                  <a:pt x="849362" y="11906"/>
                </a:cubicBezTo>
                <a:lnTo>
                  <a:pt x="584448" y="751433"/>
                </a:lnTo>
                <a:cubicBezTo>
                  <a:pt x="577007" y="772120"/>
                  <a:pt x="557510" y="785813"/>
                  <a:pt x="535632" y="785813"/>
                </a:cubicBezTo>
                <a:cubicBezTo>
                  <a:pt x="514499" y="785813"/>
                  <a:pt x="495449" y="773013"/>
                  <a:pt x="487561" y="753517"/>
                </a:cubicBezTo>
                <a:lnTo>
                  <a:pt x="392013" y="518368"/>
                </a:lnTo>
                <a:cubicBezTo>
                  <a:pt x="385316" y="501997"/>
                  <a:pt x="388293" y="483245"/>
                  <a:pt x="399752" y="469850"/>
                </a:cubicBezTo>
                <a:lnTo>
                  <a:pt x="540395" y="302568"/>
                </a:lnTo>
                <a:cubicBezTo>
                  <a:pt x="547985" y="293489"/>
                  <a:pt x="547390" y="280243"/>
                  <a:pt x="539055" y="271909"/>
                </a:cubicBezTo>
                <a:cubicBezTo>
                  <a:pt x="530721" y="263575"/>
                  <a:pt x="517327" y="262979"/>
                  <a:pt x="508397" y="270570"/>
                </a:cubicBezTo>
                <a:lnTo>
                  <a:pt x="341114" y="410914"/>
                </a:lnTo>
                <a:cubicBezTo>
                  <a:pt x="327571" y="422225"/>
                  <a:pt x="308967" y="425202"/>
                  <a:pt x="292596" y="418654"/>
                </a:cubicBezTo>
                <a:lnTo>
                  <a:pt x="56704" y="322659"/>
                </a:lnTo>
                <a:cubicBezTo>
                  <a:pt x="37207" y="314771"/>
                  <a:pt x="24408" y="295721"/>
                  <a:pt x="24408" y="274588"/>
                </a:cubicBezTo>
                <a:cubicBezTo>
                  <a:pt x="24408" y="252710"/>
                  <a:pt x="38100" y="233214"/>
                  <a:pt x="58787" y="225772"/>
                </a:cubicBezTo>
                <a:lnTo>
                  <a:pt x="798314" y="-39142"/>
                </a:ln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19" name="Text 17"/>
          <p:cNvSpPr/>
          <p:nvPr/>
        </p:nvSpPr>
        <p:spPr>
          <a:xfrm>
            <a:off x="9652000" y="3683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FCM Push Notifications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13335000" y="4318000"/>
            <a:ext cx="1397000" cy="355600"/>
          </a:xfrm>
          <a:prstGeom prst="roundRect">
            <a:avLst>
              <a:gd name="adj" fmla="val 50000"/>
            </a:avLst>
          </a:prstGeom>
          <a:solidFill>
            <a:srgbClr val="FF8C42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0" y="4318000"/>
            <a:ext cx="139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COMING SOON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36000" y="4699000"/>
            <a:ext cx="609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Firebase Cloud Messaging for push notifications even when the app is closed. Never miss a borrow request or return reminder.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5494000" y="3302000"/>
            <a:ext cx="7874000" cy="4064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24" name="Shape 22"/>
          <p:cNvSpPr/>
          <p:nvPr/>
        </p:nvSpPr>
        <p:spPr>
          <a:xfrm>
            <a:off x="15875000" y="3683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571500" y="285750"/>
                </a:moveTo>
                <a:cubicBezTo>
                  <a:pt x="650379" y="285750"/>
                  <a:pt x="714375" y="221754"/>
                  <a:pt x="714375" y="142875"/>
                </a:cubicBezTo>
                <a:cubicBezTo>
                  <a:pt x="714375" y="63996"/>
                  <a:pt x="650379" y="0"/>
                  <a:pt x="571500" y="0"/>
                </a:cubicBezTo>
                <a:cubicBezTo>
                  <a:pt x="492621" y="0"/>
                  <a:pt x="428625" y="63996"/>
                  <a:pt x="428625" y="142875"/>
                </a:cubicBezTo>
                <a:cubicBezTo>
                  <a:pt x="428625" y="150912"/>
                  <a:pt x="429369" y="158948"/>
                  <a:pt x="430560" y="166688"/>
                </a:cubicBezTo>
                <a:lnTo>
                  <a:pt x="237530" y="273993"/>
                </a:lnTo>
                <a:cubicBezTo>
                  <a:pt x="212378" y="251668"/>
                  <a:pt x="179189" y="238125"/>
                  <a:pt x="142875" y="238125"/>
                </a:cubicBezTo>
                <a:cubicBezTo>
                  <a:pt x="63996" y="238125"/>
                  <a:pt x="0" y="302121"/>
                  <a:pt x="0" y="381000"/>
                </a:cubicBezTo>
                <a:cubicBezTo>
                  <a:pt x="0" y="459879"/>
                  <a:pt x="63996" y="523875"/>
                  <a:pt x="142875" y="523875"/>
                </a:cubicBezTo>
                <a:cubicBezTo>
                  <a:pt x="179189" y="523875"/>
                  <a:pt x="212229" y="510332"/>
                  <a:pt x="237530" y="488007"/>
                </a:cubicBezTo>
                <a:lnTo>
                  <a:pt x="430560" y="595313"/>
                </a:lnTo>
                <a:cubicBezTo>
                  <a:pt x="429220" y="603052"/>
                  <a:pt x="428625" y="610939"/>
                  <a:pt x="428625" y="619125"/>
                </a:cubicBezTo>
                <a:cubicBezTo>
                  <a:pt x="428625" y="698004"/>
                  <a:pt x="492621" y="762000"/>
                  <a:pt x="571500" y="762000"/>
                </a:cubicBezTo>
                <a:cubicBezTo>
                  <a:pt x="650379" y="762000"/>
                  <a:pt x="714375" y="698004"/>
                  <a:pt x="714375" y="619125"/>
                </a:cubicBezTo>
                <a:cubicBezTo>
                  <a:pt x="714375" y="540246"/>
                  <a:pt x="650379" y="476250"/>
                  <a:pt x="571500" y="476250"/>
                </a:cubicBezTo>
                <a:cubicBezTo>
                  <a:pt x="535186" y="476250"/>
                  <a:pt x="502146" y="489793"/>
                  <a:pt x="476845" y="512118"/>
                </a:cubicBezTo>
                <a:lnTo>
                  <a:pt x="283815" y="404813"/>
                </a:lnTo>
                <a:cubicBezTo>
                  <a:pt x="285155" y="397073"/>
                  <a:pt x="285750" y="389186"/>
                  <a:pt x="285750" y="381000"/>
                </a:cubicBezTo>
                <a:cubicBezTo>
                  <a:pt x="285750" y="372814"/>
                  <a:pt x="285006" y="364927"/>
                  <a:pt x="283815" y="357188"/>
                </a:cubicBezTo>
                <a:lnTo>
                  <a:pt x="476845" y="249882"/>
                </a:lnTo>
                <a:cubicBezTo>
                  <a:pt x="501997" y="272207"/>
                  <a:pt x="535186" y="285750"/>
                  <a:pt x="571500" y="285750"/>
                </a:cubicBezTo>
                <a:close/>
              </a:path>
            </a:pathLst>
          </a:custGeom>
          <a:solidFill>
            <a:srgbClr val="8B7FE8"/>
          </a:solidFill>
          <a:ln/>
        </p:spPr>
      </p:sp>
      <p:sp>
        <p:nvSpPr>
          <p:cNvPr id="25" name="Text 23"/>
          <p:cNvSpPr/>
          <p:nvPr/>
        </p:nvSpPr>
        <p:spPr>
          <a:xfrm>
            <a:off x="16891000" y="36830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Social Sharing &amp; Invites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21463000" y="4318000"/>
            <a:ext cx="1397000" cy="355600"/>
          </a:xfrm>
          <a:prstGeom prst="roundRect">
            <a:avLst>
              <a:gd name="adj" fmla="val 50000"/>
            </a:avLst>
          </a:prstGeom>
          <a:solidFill>
            <a:srgbClr val="8B7FE8"/>
          </a:solidFill>
          <a:ln/>
        </p:spPr>
      </p:sp>
      <p:sp>
        <p:nvSpPr>
          <p:cNvPr id="27" name="Text 25"/>
          <p:cNvSpPr/>
          <p:nvPr/>
        </p:nvSpPr>
        <p:spPr>
          <a:xfrm>
            <a:off x="21463000" y="4318000"/>
            <a:ext cx="139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COMING SOON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875000" y="4953000"/>
            <a:ext cx="711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Share interesting toys on social media. Invite friends via referral links and earn reputation badges for growing the community.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3937000" y="7747000"/>
            <a:ext cx="6858000" cy="4064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30" name="Shape 28"/>
          <p:cNvSpPr/>
          <p:nvPr/>
        </p:nvSpPr>
        <p:spPr>
          <a:xfrm>
            <a:off x="4270375" y="8128000"/>
            <a:ext cx="857250" cy="762000"/>
          </a:xfrm>
          <a:custGeom>
            <a:avLst/>
            <a:gdLst/>
            <a:ahLst/>
            <a:cxnLst/>
            <a:rect l="l" t="t" r="r" b="b"/>
            <a:pathLst>
              <a:path w="857250" h="762000">
                <a:moveTo>
                  <a:pt x="762595" y="357188"/>
                </a:moveTo>
                <a:lnTo>
                  <a:pt x="500658" y="357188"/>
                </a:lnTo>
                <a:cubicBezTo>
                  <a:pt x="474315" y="357188"/>
                  <a:pt x="453033" y="335905"/>
                  <a:pt x="453033" y="309563"/>
                </a:cubicBezTo>
                <a:lnTo>
                  <a:pt x="453033" y="47625"/>
                </a:lnTo>
                <a:cubicBezTo>
                  <a:pt x="453033" y="21282"/>
                  <a:pt x="474464" y="-298"/>
                  <a:pt x="500509" y="3125"/>
                </a:cubicBezTo>
                <a:cubicBezTo>
                  <a:pt x="659755" y="24259"/>
                  <a:pt x="785961" y="150465"/>
                  <a:pt x="807095" y="309711"/>
                </a:cubicBezTo>
                <a:cubicBezTo>
                  <a:pt x="810518" y="335756"/>
                  <a:pt x="788938" y="357188"/>
                  <a:pt x="762595" y="357188"/>
                </a:cubicBezTo>
                <a:close/>
                <a:moveTo>
                  <a:pt x="331291" y="55364"/>
                </a:moveTo>
                <a:cubicBezTo>
                  <a:pt x="358229" y="49709"/>
                  <a:pt x="381595" y="71735"/>
                  <a:pt x="381595" y="99268"/>
                </a:cubicBezTo>
                <a:lnTo>
                  <a:pt x="381595" y="392906"/>
                </a:lnTo>
                <a:cubicBezTo>
                  <a:pt x="381595" y="401241"/>
                  <a:pt x="384572" y="409277"/>
                  <a:pt x="389781" y="415677"/>
                </a:cubicBezTo>
                <a:lnTo>
                  <a:pt x="586383" y="652909"/>
                </a:lnTo>
                <a:cubicBezTo>
                  <a:pt x="603796" y="673894"/>
                  <a:pt x="600075" y="705594"/>
                  <a:pt x="576114" y="718542"/>
                </a:cubicBezTo>
                <a:cubicBezTo>
                  <a:pt x="525363" y="746224"/>
                  <a:pt x="467171" y="762000"/>
                  <a:pt x="405408" y="762000"/>
                </a:cubicBezTo>
                <a:cubicBezTo>
                  <a:pt x="208211" y="762000"/>
                  <a:pt x="48220" y="602010"/>
                  <a:pt x="48220" y="404813"/>
                </a:cubicBezTo>
                <a:cubicBezTo>
                  <a:pt x="48220" y="232916"/>
                  <a:pt x="169515" y="89446"/>
                  <a:pt x="331291" y="55364"/>
                </a:cubicBezTo>
                <a:close/>
                <a:moveTo>
                  <a:pt x="711101" y="428625"/>
                </a:moveTo>
                <a:lnTo>
                  <a:pt x="806351" y="428625"/>
                </a:lnTo>
                <a:cubicBezTo>
                  <a:pt x="833884" y="428625"/>
                  <a:pt x="855911" y="451991"/>
                  <a:pt x="850255" y="478929"/>
                </a:cubicBezTo>
                <a:cubicBezTo>
                  <a:pt x="835075" y="550962"/>
                  <a:pt x="798165" y="614958"/>
                  <a:pt x="746671" y="663773"/>
                </a:cubicBezTo>
                <a:cubicBezTo>
                  <a:pt x="728365" y="681186"/>
                  <a:pt x="699641" y="677466"/>
                  <a:pt x="683568" y="657969"/>
                </a:cubicBezTo>
                <a:lnTo>
                  <a:pt x="557957" y="506611"/>
                </a:lnTo>
                <a:cubicBezTo>
                  <a:pt x="532209" y="475506"/>
                  <a:pt x="554385" y="428625"/>
                  <a:pt x="594568" y="428625"/>
                </a:cubicBezTo>
                <a:lnTo>
                  <a:pt x="710952" y="428625"/>
                </a:ln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31" name="Text 29"/>
          <p:cNvSpPr/>
          <p:nvPr/>
        </p:nvSpPr>
        <p:spPr>
          <a:xfrm>
            <a:off x="5334000" y="8128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Analytics Dashboard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9017000" y="8763000"/>
            <a:ext cx="1397000" cy="355600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/>
        </p:spPr>
      </p:sp>
      <p:sp>
        <p:nvSpPr>
          <p:cNvPr id="33" name="Text 31"/>
          <p:cNvSpPr/>
          <p:nvPr/>
        </p:nvSpPr>
        <p:spPr>
          <a:xfrm>
            <a:off x="9017000" y="8763000"/>
            <a:ext cx="139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PLANNED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318000" y="9144000"/>
            <a:ext cx="609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Community insights and personal stats. Track your sharing impact, most popular toys, and community growth over time.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11176000" y="7747000"/>
            <a:ext cx="7874000" cy="4064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36" name="Shape 34"/>
          <p:cNvSpPr/>
          <p:nvPr/>
        </p:nvSpPr>
        <p:spPr>
          <a:xfrm>
            <a:off x="11652250" y="8128000"/>
            <a:ext cx="571500" cy="762000"/>
          </a:xfrm>
          <a:custGeom>
            <a:avLst/>
            <a:gdLst/>
            <a:ahLst/>
            <a:cxnLst/>
            <a:rect l="l" t="t" r="r" b="b"/>
            <a:pathLst>
              <a:path w="571500" h="762000">
                <a:moveTo>
                  <a:pt x="381000" y="95250"/>
                </a:moveTo>
                <a:cubicBezTo>
                  <a:pt x="381000" y="42680"/>
                  <a:pt x="338320" y="0"/>
                  <a:pt x="285750" y="0"/>
                </a:cubicBezTo>
                <a:cubicBezTo>
                  <a:pt x="233180" y="0"/>
                  <a:pt x="190500" y="42680"/>
                  <a:pt x="190500" y="95250"/>
                </a:cubicBezTo>
                <a:cubicBezTo>
                  <a:pt x="190500" y="147820"/>
                  <a:pt x="233180" y="190500"/>
                  <a:pt x="285750" y="190500"/>
                </a:cubicBezTo>
                <a:cubicBezTo>
                  <a:pt x="338320" y="190500"/>
                  <a:pt x="381000" y="147820"/>
                  <a:pt x="381000" y="95250"/>
                </a:cubicBezTo>
                <a:close/>
                <a:moveTo>
                  <a:pt x="227558" y="251966"/>
                </a:moveTo>
                <a:cubicBezTo>
                  <a:pt x="192286" y="239464"/>
                  <a:pt x="161330" y="215801"/>
                  <a:pt x="140047" y="183803"/>
                </a:cubicBezTo>
                <a:lnTo>
                  <a:pt x="111026" y="140196"/>
                </a:lnTo>
                <a:cubicBezTo>
                  <a:pt x="96441" y="118318"/>
                  <a:pt x="66973" y="112514"/>
                  <a:pt x="45095" y="127099"/>
                </a:cubicBezTo>
                <a:cubicBezTo>
                  <a:pt x="23217" y="141684"/>
                  <a:pt x="17264" y="171152"/>
                  <a:pt x="31849" y="193179"/>
                </a:cubicBezTo>
                <a:lnTo>
                  <a:pt x="60871" y="236637"/>
                </a:lnTo>
                <a:cubicBezTo>
                  <a:pt x="87809" y="276969"/>
                  <a:pt x="124569" y="308670"/>
                  <a:pt x="166688" y="329505"/>
                </a:cubicBezTo>
                <a:lnTo>
                  <a:pt x="166688" y="714375"/>
                </a:lnTo>
                <a:cubicBezTo>
                  <a:pt x="166688" y="740718"/>
                  <a:pt x="187970" y="762000"/>
                  <a:pt x="214313" y="762000"/>
                </a:cubicBezTo>
                <a:cubicBezTo>
                  <a:pt x="240655" y="762000"/>
                  <a:pt x="261938" y="740718"/>
                  <a:pt x="261938" y="714375"/>
                </a:cubicBezTo>
                <a:lnTo>
                  <a:pt x="261938" y="571500"/>
                </a:lnTo>
                <a:lnTo>
                  <a:pt x="309563" y="571500"/>
                </a:lnTo>
                <a:lnTo>
                  <a:pt x="309563" y="714375"/>
                </a:lnTo>
                <a:cubicBezTo>
                  <a:pt x="309563" y="740718"/>
                  <a:pt x="330845" y="762000"/>
                  <a:pt x="357188" y="762000"/>
                </a:cubicBezTo>
                <a:cubicBezTo>
                  <a:pt x="383530" y="762000"/>
                  <a:pt x="404813" y="740718"/>
                  <a:pt x="404813" y="714375"/>
                </a:cubicBezTo>
                <a:lnTo>
                  <a:pt x="404813" y="329803"/>
                </a:lnTo>
                <a:cubicBezTo>
                  <a:pt x="448121" y="308670"/>
                  <a:pt x="485775" y="275927"/>
                  <a:pt x="513011" y="234255"/>
                </a:cubicBezTo>
                <a:lnTo>
                  <a:pt x="540097" y="192732"/>
                </a:lnTo>
                <a:cubicBezTo>
                  <a:pt x="554385" y="170706"/>
                  <a:pt x="548134" y="141238"/>
                  <a:pt x="526107" y="126802"/>
                </a:cubicBezTo>
                <a:cubicBezTo>
                  <a:pt x="504081" y="112365"/>
                  <a:pt x="474613" y="118616"/>
                  <a:pt x="460177" y="140791"/>
                </a:cubicBezTo>
                <a:lnTo>
                  <a:pt x="433090" y="182166"/>
                </a:lnTo>
                <a:cubicBezTo>
                  <a:pt x="400645" y="231874"/>
                  <a:pt x="345430" y="261938"/>
                  <a:pt x="286048" y="261938"/>
                </a:cubicBezTo>
                <a:cubicBezTo>
                  <a:pt x="267295" y="261938"/>
                  <a:pt x="248989" y="258961"/>
                  <a:pt x="231577" y="253305"/>
                </a:cubicBezTo>
                <a:cubicBezTo>
                  <a:pt x="230237" y="252859"/>
                  <a:pt x="228898" y="252264"/>
                  <a:pt x="227558" y="251966"/>
                </a:cubicBezTo>
                <a:close/>
              </a:path>
            </a:pathLst>
          </a:custGeom>
          <a:solidFill>
            <a:srgbClr val="E91E63"/>
          </a:solidFill>
          <a:ln/>
        </p:spPr>
      </p:sp>
      <p:sp>
        <p:nvSpPr>
          <p:cNvPr id="37" name="Text 35"/>
          <p:cNvSpPr/>
          <p:nvPr/>
        </p:nvSpPr>
        <p:spPr>
          <a:xfrm>
            <a:off x="12573000" y="81280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Parental Controls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17145000" y="8763000"/>
            <a:ext cx="1397000" cy="355600"/>
          </a:xfrm>
          <a:prstGeom prst="roundRect">
            <a:avLst>
              <a:gd name="adj" fmla="val 50000"/>
            </a:avLst>
          </a:prstGeom>
          <a:solidFill>
            <a:srgbClr val="E91E63"/>
          </a:solidFill>
          <a:ln/>
        </p:spPr>
      </p:sp>
      <p:sp>
        <p:nvSpPr>
          <p:cNvPr id="39" name="Text 37"/>
          <p:cNvSpPr/>
          <p:nvPr/>
        </p:nvSpPr>
        <p:spPr>
          <a:xfrm>
            <a:off x="17145000" y="8763000"/>
            <a:ext cx="139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PLANNED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557000" y="9144000"/>
            <a:ext cx="711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Age-appropriate content filtering, supervised accounts for kids, and parental approval for exchanges. Making ToyShare safe for the whole family.</a:t>
            </a:r>
            <a:endParaRPr lang="en-US" sz="2200" dirty="0"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gradFill flip="none" rotWithShape="1">
          <a:gsLst>
            <a:gs pos="0">
              <a:srgbClr val="EDE9FE"/>
            </a:gs>
            <a:gs pos="50000">
              <a:srgbClr val="F5F3FF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 Flow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16000" y="15875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B6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 User Journey from Sign-Up to Rating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2349500"/>
            <a:ext cx="22352000" cy="0"/>
          </a:xfrm>
          <a:prstGeom prst="straightConnector1">
            <a:avLst/>
          </a:prstGeom>
          <a:noFill/>
          <a:ln w="12700">
            <a:solidFill>
              <a:srgbClr val="D4CCF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460500" y="3048000"/>
            <a:ext cx="1143000" cy="1143000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6" name="Text 4"/>
          <p:cNvSpPr/>
          <p:nvPr/>
        </p:nvSpPr>
        <p:spPr>
          <a:xfrm>
            <a:off x="1460500" y="3238500"/>
            <a:ext cx="114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93875" y="38100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101203" y="95250"/>
                </a:moveTo>
                <a:cubicBezTo>
                  <a:pt x="101203" y="45966"/>
                  <a:pt x="141216" y="5953"/>
                  <a:pt x="190500" y="5953"/>
                </a:cubicBezTo>
                <a:cubicBezTo>
                  <a:pt x="239784" y="5953"/>
                  <a:pt x="279797" y="45966"/>
                  <a:pt x="279797" y="95250"/>
                </a:cubicBezTo>
                <a:cubicBezTo>
                  <a:pt x="279797" y="144534"/>
                  <a:pt x="239784" y="184547"/>
                  <a:pt x="190500" y="184547"/>
                </a:cubicBezTo>
                <a:cubicBezTo>
                  <a:pt x="141216" y="184547"/>
                  <a:pt x="101203" y="144534"/>
                  <a:pt x="101203" y="95250"/>
                </a:cubicBezTo>
                <a:close/>
                <a:moveTo>
                  <a:pt x="35719" y="358899"/>
                </a:moveTo>
                <a:cubicBezTo>
                  <a:pt x="35719" y="285601"/>
                  <a:pt x="95101" y="226219"/>
                  <a:pt x="168399" y="226219"/>
                </a:cubicBezTo>
                <a:lnTo>
                  <a:pt x="212601" y="226219"/>
                </a:lnTo>
                <a:cubicBezTo>
                  <a:pt x="285899" y="226219"/>
                  <a:pt x="345281" y="285601"/>
                  <a:pt x="345281" y="358899"/>
                </a:cubicBezTo>
                <a:cubicBezTo>
                  <a:pt x="345281" y="371103"/>
                  <a:pt x="335384" y="381000"/>
                  <a:pt x="323180" y="381000"/>
                </a:cubicBezTo>
                <a:lnTo>
                  <a:pt x="57820" y="381000"/>
                </a:lnTo>
                <a:cubicBezTo>
                  <a:pt x="45616" y="381000"/>
                  <a:pt x="35719" y="371103"/>
                  <a:pt x="35719" y="358899"/>
                </a:cubicBezTo>
                <a:close/>
                <a:moveTo>
                  <a:pt x="404813" y="71438"/>
                </a:moveTo>
                <a:cubicBezTo>
                  <a:pt x="414710" y="71438"/>
                  <a:pt x="422672" y="79400"/>
                  <a:pt x="422672" y="89297"/>
                </a:cubicBezTo>
                <a:lnTo>
                  <a:pt x="422672" y="125016"/>
                </a:lnTo>
                <a:lnTo>
                  <a:pt x="458391" y="125016"/>
                </a:lnTo>
                <a:cubicBezTo>
                  <a:pt x="468288" y="125016"/>
                  <a:pt x="476250" y="132978"/>
                  <a:pt x="476250" y="142875"/>
                </a:cubicBezTo>
                <a:cubicBezTo>
                  <a:pt x="476250" y="152772"/>
                  <a:pt x="468288" y="160734"/>
                  <a:pt x="458391" y="160734"/>
                </a:cubicBezTo>
                <a:lnTo>
                  <a:pt x="422672" y="160734"/>
                </a:lnTo>
                <a:lnTo>
                  <a:pt x="422672" y="196453"/>
                </a:lnTo>
                <a:cubicBezTo>
                  <a:pt x="422672" y="206350"/>
                  <a:pt x="414710" y="214313"/>
                  <a:pt x="404813" y="214313"/>
                </a:cubicBezTo>
                <a:cubicBezTo>
                  <a:pt x="394915" y="214313"/>
                  <a:pt x="386953" y="206350"/>
                  <a:pt x="386953" y="196453"/>
                </a:cubicBezTo>
                <a:lnTo>
                  <a:pt x="386953" y="160734"/>
                </a:lnTo>
                <a:lnTo>
                  <a:pt x="351234" y="160734"/>
                </a:lnTo>
                <a:cubicBezTo>
                  <a:pt x="341337" y="160734"/>
                  <a:pt x="333375" y="152772"/>
                  <a:pt x="333375" y="142875"/>
                </a:cubicBezTo>
                <a:cubicBezTo>
                  <a:pt x="333375" y="132978"/>
                  <a:pt x="341337" y="125016"/>
                  <a:pt x="351234" y="125016"/>
                </a:cubicBezTo>
                <a:lnTo>
                  <a:pt x="386953" y="125016"/>
                </a:lnTo>
                <a:lnTo>
                  <a:pt x="386953" y="89297"/>
                </a:lnTo>
                <a:cubicBezTo>
                  <a:pt x="386953" y="79400"/>
                  <a:pt x="394915" y="71438"/>
                  <a:pt x="404813" y="71438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4445000"/>
            <a:ext cx="203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 Up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921000" y="3556000"/>
            <a:ext cx="889000" cy="0"/>
          </a:xfrm>
          <a:prstGeom prst="straightConnector1">
            <a:avLst/>
          </a:prstGeom>
          <a:noFill/>
          <a:ln w="38100">
            <a:solidFill>
              <a:srgbClr val="5B4FCF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127500" y="3048000"/>
            <a:ext cx="1143000" cy="1143000"/>
          </a:xfrm>
          <a:prstGeom prst="ellipse">
            <a:avLst/>
          </a:prstGeom>
          <a:solidFill>
            <a:srgbClr val="5B4FCF"/>
          </a:solidFill>
          <a:ln/>
        </p:spPr>
      </p:sp>
      <p:sp>
        <p:nvSpPr>
          <p:cNvPr id="11" name="Text 9"/>
          <p:cNvSpPr/>
          <p:nvPr/>
        </p:nvSpPr>
        <p:spPr>
          <a:xfrm>
            <a:off x="4127500" y="3238500"/>
            <a:ext cx="114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08500" y="3810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172641" y="255984"/>
                </a:moveTo>
                <a:lnTo>
                  <a:pt x="172641" y="208359"/>
                </a:lnTo>
                <a:lnTo>
                  <a:pt x="125016" y="208359"/>
                </a:lnTo>
                <a:cubicBezTo>
                  <a:pt x="115119" y="208359"/>
                  <a:pt x="107156" y="200397"/>
                  <a:pt x="107156" y="190500"/>
                </a:cubicBezTo>
                <a:cubicBezTo>
                  <a:pt x="107156" y="180603"/>
                  <a:pt x="115119" y="172641"/>
                  <a:pt x="125016" y="172641"/>
                </a:cubicBezTo>
                <a:lnTo>
                  <a:pt x="172641" y="172641"/>
                </a:lnTo>
                <a:lnTo>
                  <a:pt x="172641" y="125016"/>
                </a:lnTo>
                <a:cubicBezTo>
                  <a:pt x="172641" y="115119"/>
                  <a:pt x="180603" y="107156"/>
                  <a:pt x="190500" y="107156"/>
                </a:cubicBezTo>
                <a:cubicBezTo>
                  <a:pt x="200397" y="107156"/>
                  <a:pt x="208359" y="115119"/>
                  <a:pt x="208359" y="125016"/>
                </a:cubicBezTo>
                <a:lnTo>
                  <a:pt x="208359" y="172641"/>
                </a:lnTo>
                <a:lnTo>
                  <a:pt x="255984" y="172641"/>
                </a:lnTo>
                <a:cubicBezTo>
                  <a:pt x="265881" y="172641"/>
                  <a:pt x="273844" y="180603"/>
                  <a:pt x="273844" y="190500"/>
                </a:cubicBezTo>
                <a:cubicBezTo>
                  <a:pt x="273844" y="200397"/>
                  <a:pt x="265881" y="208359"/>
                  <a:pt x="255984" y="208359"/>
                </a:cubicBezTo>
                <a:lnTo>
                  <a:pt x="208359" y="208359"/>
                </a:lnTo>
                <a:lnTo>
                  <a:pt x="208359" y="255984"/>
                </a:lnTo>
                <a:cubicBezTo>
                  <a:pt x="208359" y="265881"/>
                  <a:pt x="200397" y="273844"/>
                  <a:pt x="190500" y="273844"/>
                </a:cubicBezTo>
                <a:cubicBezTo>
                  <a:pt x="180603" y="273844"/>
                  <a:pt x="172641" y="265881"/>
                  <a:pt x="172641" y="255984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683000" y="4445000"/>
            <a:ext cx="203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List Toy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588000" y="3556000"/>
            <a:ext cx="889000" cy="0"/>
          </a:xfrm>
          <a:prstGeom prst="straightConnector1">
            <a:avLst/>
          </a:prstGeom>
          <a:noFill/>
          <a:ln w="38100">
            <a:solidFill>
              <a:srgbClr val="5B4FCF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6794500" y="3048000"/>
            <a:ext cx="1143000" cy="1143000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16" name="Text 14"/>
          <p:cNvSpPr/>
          <p:nvPr/>
        </p:nvSpPr>
        <p:spPr>
          <a:xfrm>
            <a:off x="6794500" y="3238500"/>
            <a:ext cx="114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223125" y="38100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3812" y="23812"/>
                </a:moveTo>
                <a:cubicBezTo>
                  <a:pt x="23812" y="10641"/>
                  <a:pt x="34454" y="0"/>
                  <a:pt x="47625" y="0"/>
                </a:cubicBezTo>
                <a:cubicBezTo>
                  <a:pt x="60796" y="0"/>
                  <a:pt x="71438" y="10641"/>
                  <a:pt x="71438" y="23812"/>
                </a:cubicBezTo>
                <a:lnTo>
                  <a:pt x="71438" y="178594"/>
                </a:lnTo>
                <a:lnTo>
                  <a:pt x="23812" y="178594"/>
                </a:lnTo>
                <a:lnTo>
                  <a:pt x="23812" y="23812"/>
                </a:lnTo>
                <a:close/>
                <a:moveTo>
                  <a:pt x="166688" y="142875"/>
                </a:moveTo>
                <a:cubicBezTo>
                  <a:pt x="166688" y="129704"/>
                  <a:pt x="177329" y="119063"/>
                  <a:pt x="190500" y="119063"/>
                </a:cubicBezTo>
                <a:cubicBezTo>
                  <a:pt x="203671" y="119063"/>
                  <a:pt x="214313" y="129704"/>
                  <a:pt x="214313" y="142875"/>
                </a:cubicBezTo>
                <a:lnTo>
                  <a:pt x="214313" y="190500"/>
                </a:lnTo>
                <a:cubicBezTo>
                  <a:pt x="214313" y="203671"/>
                  <a:pt x="203671" y="214313"/>
                  <a:pt x="190500" y="214313"/>
                </a:cubicBezTo>
                <a:cubicBezTo>
                  <a:pt x="177329" y="214313"/>
                  <a:pt x="166688" y="203671"/>
                  <a:pt x="166688" y="190500"/>
                </a:cubicBezTo>
                <a:lnTo>
                  <a:pt x="166688" y="142875"/>
                </a:lnTo>
                <a:close/>
                <a:moveTo>
                  <a:pt x="119063" y="95250"/>
                </a:moveTo>
                <a:cubicBezTo>
                  <a:pt x="132234" y="95250"/>
                  <a:pt x="142875" y="105891"/>
                  <a:pt x="142875" y="119063"/>
                </a:cubicBezTo>
                <a:lnTo>
                  <a:pt x="142875" y="154781"/>
                </a:lnTo>
                <a:cubicBezTo>
                  <a:pt x="142875" y="167953"/>
                  <a:pt x="132234" y="178594"/>
                  <a:pt x="119063" y="178594"/>
                </a:cubicBezTo>
                <a:cubicBezTo>
                  <a:pt x="105891" y="178594"/>
                  <a:pt x="95250" y="167953"/>
                  <a:pt x="95250" y="154781"/>
                </a:cubicBezTo>
                <a:lnTo>
                  <a:pt x="95250" y="119063"/>
                </a:lnTo>
                <a:cubicBezTo>
                  <a:pt x="95250" y="105891"/>
                  <a:pt x="105891" y="95250"/>
                  <a:pt x="119063" y="95250"/>
                </a:cubicBezTo>
                <a:close/>
                <a:moveTo>
                  <a:pt x="238125" y="166688"/>
                </a:moveTo>
                <a:cubicBezTo>
                  <a:pt x="238125" y="153516"/>
                  <a:pt x="248766" y="142875"/>
                  <a:pt x="261938" y="142875"/>
                </a:cubicBezTo>
                <a:cubicBezTo>
                  <a:pt x="275109" y="142875"/>
                  <a:pt x="285750" y="153516"/>
                  <a:pt x="285750" y="166688"/>
                </a:cubicBezTo>
                <a:lnTo>
                  <a:pt x="285750" y="214313"/>
                </a:lnTo>
                <a:cubicBezTo>
                  <a:pt x="285750" y="227484"/>
                  <a:pt x="275109" y="238125"/>
                  <a:pt x="261938" y="238125"/>
                </a:cubicBezTo>
                <a:cubicBezTo>
                  <a:pt x="248766" y="238125"/>
                  <a:pt x="238125" y="227484"/>
                  <a:pt x="238125" y="214313"/>
                </a:cubicBezTo>
                <a:lnTo>
                  <a:pt x="238125" y="166688"/>
                </a:lnTo>
                <a:close/>
                <a:moveTo>
                  <a:pt x="166688" y="232172"/>
                </a:moveTo>
                <a:lnTo>
                  <a:pt x="166688" y="231725"/>
                </a:lnTo>
                <a:cubicBezTo>
                  <a:pt x="173682" y="235744"/>
                  <a:pt x="181794" y="238125"/>
                  <a:pt x="190500" y="238125"/>
                </a:cubicBezTo>
                <a:cubicBezTo>
                  <a:pt x="200323" y="238125"/>
                  <a:pt x="209401" y="235148"/>
                  <a:pt x="216991" y="230088"/>
                </a:cubicBezTo>
                <a:cubicBezTo>
                  <a:pt x="223465" y="248617"/>
                  <a:pt x="241176" y="261938"/>
                  <a:pt x="261938" y="261938"/>
                </a:cubicBezTo>
                <a:cubicBezTo>
                  <a:pt x="270644" y="261938"/>
                  <a:pt x="278755" y="259631"/>
                  <a:pt x="285750" y="255538"/>
                </a:cubicBezTo>
                <a:lnTo>
                  <a:pt x="285750" y="261938"/>
                </a:lnTo>
                <a:cubicBezTo>
                  <a:pt x="285750" y="327720"/>
                  <a:pt x="232470" y="381000"/>
                  <a:pt x="166688" y="381000"/>
                </a:cubicBezTo>
                <a:lnTo>
                  <a:pt x="120774" y="381000"/>
                </a:lnTo>
                <a:cubicBezTo>
                  <a:pt x="89222" y="381000"/>
                  <a:pt x="58936" y="368424"/>
                  <a:pt x="36612" y="346100"/>
                </a:cubicBezTo>
                <a:lnTo>
                  <a:pt x="27905" y="337468"/>
                </a:lnTo>
                <a:cubicBezTo>
                  <a:pt x="10046" y="319608"/>
                  <a:pt x="0" y="295349"/>
                  <a:pt x="0" y="270123"/>
                </a:cubicBezTo>
                <a:lnTo>
                  <a:pt x="0" y="250031"/>
                </a:lnTo>
                <a:cubicBezTo>
                  <a:pt x="0" y="223763"/>
                  <a:pt x="21357" y="202406"/>
                  <a:pt x="47625" y="202406"/>
                </a:cubicBezTo>
                <a:lnTo>
                  <a:pt x="113109" y="202406"/>
                </a:lnTo>
                <a:cubicBezTo>
                  <a:pt x="129555" y="202406"/>
                  <a:pt x="142875" y="215726"/>
                  <a:pt x="142875" y="232172"/>
                </a:cubicBezTo>
                <a:cubicBezTo>
                  <a:pt x="142875" y="248617"/>
                  <a:pt x="129555" y="261938"/>
                  <a:pt x="113109" y="261938"/>
                </a:cubicBezTo>
                <a:lnTo>
                  <a:pt x="71438" y="261938"/>
                </a:lnTo>
                <a:cubicBezTo>
                  <a:pt x="64889" y="261938"/>
                  <a:pt x="59531" y="267295"/>
                  <a:pt x="59531" y="273844"/>
                </a:cubicBezTo>
                <a:cubicBezTo>
                  <a:pt x="59531" y="280392"/>
                  <a:pt x="64889" y="285750"/>
                  <a:pt x="71438" y="285750"/>
                </a:cubicBezTo>
                <a:lnTo>
                  <a:pt x="113109" y="285750"/>
                </a:lnTo>
                <a:cubicBezTo>
                  <a:pt x="142726" y="285750"/>
                  <a:pt x="166688" y="261789"/>
                  <a:pt x="166688" y="232172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350000" y="4445000"/>
            <a:ext cx="203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Request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55000" y="3556000"/>
            <a:ext cx="889000" cy="0"/>
          </a:xfrm>
          <a:prstGeom prst="straightConnector1">
            <a:avLst/>
          </a:prstGeom>
          <a:noFill/>
          <a:ln w="38100">
            <a:solidFill>
              <a:srgbClr val="8B7FE8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9461500" y="3048000"/>
            <a:ext cx="1143000" cy="1143000"/>
          </a:xfrm>
          <a:prstGeom prst="ellipse">
            <a:avLst/>
          </a:prstGeom>
          <a:solidFill>
            <a:srgbClr val="8B7FE8"/>
          </a:solidFill>
          <a:ln/>
        </p:spPr>
      </p:sp>
      <p:sp>
        <p:nvSpPr>
          <p:cNvPr id="21" name="Text 19"/>
          <p:cNvSpPr/>
          <p:nvPr/>
        </p:nvSpPr>
        <p:spPr>
          <a:xfrm>
            <a:off x="9461500" y="3238500"/>
            <a:ext cx="114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866313" y="38100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323552" y="52164"/>
                </a:moveTo>
                <a:cubicBezTo>
                  <a:pt x="334194" y="59903"/>
                  <a:pt x="336575" y="74786"/>
                  <a:pt x="328836" y="85427"/>
                </a:cubicBezTo>
                <a:lnTo>
                  <a:pt x="138336" y="347365"/>
                </a:lnTo>
                <a:cubicBezTo>
                  <a:pt x="134243" y="353020"/>
                  <a:pt x="127918" y="356518"/>
                  <a:pt x="120923" y="357113"/>
                </a:cubicBezTo>
                <a:cubicBezTo>
                  <a:pt x="113928" y="357708"/>
                  <a:pt x="107156" y="355104"/>
                  <a:pt x="102245" y="350193"/>
                </a:cubicBezTo>
                <a:lnTo>
                  <a:pt x="6995" y="254943"/>
                </a:lnTo>
                <a:cubicBezTo>
                  <a:pt x="-2307" y="245641"/>
                  <a:pt x="-2307" y="230535"/>
                  <a:pt x="6995" y="221233"/>
                </a:cubicBezTo>
                <a:cubicBezTo>
                  <a:pt x="16297" y="211931"/>
                  <a:pt x="31403" y="211931"/>
                  <a:pt x="40704" y="221233"/>
                </a:cubicBezTo>
                <a:lnTo>
                  <a:pt x="116235" y="296763"/>
                </a:lnTo>
                <a:lnTo>
                  <a:pt x="290364" y="57373"/>
                </a:lnTo>
                <a:cubicBezTo>
                  <a:pt x="298103" y="46732"/>
                  <a:pt x="312986" y="44351"/>
                  <a:pt x="323627" y="5209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017000" y="4445000"/>
            <a:ext cx="203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Accept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922000" y="3556000"/>
            <a:ext cx="889000" cy="0"/>
          </a:xfrm>
          <a:prstGeom prst="straightConnector1">
            <a:avLst/>
          </a:prstGeom>
          <a:noFill/>
          <a:ln w="38100">
            <a:solidFill>
              <a:srgbClr val="8B7FE8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2128500" y="3048000"/>
            <a:ext cx="1143000" cy="114300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26" name="Text 24"/>
          <p:cNvSpPr/>
          <p:nvPr/>
        </p:nvSpPr>
        <p:spPr>
          <a:xfrm>
            <a:off x="12128500" y="3238500"/>
            <a:ext cx="114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509500" y="3810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74005" y="112068"/>
                </a:moveTo>
                <a:lnTo>
                  <a:pt x="302568" y="183505"/>
                </a:lnTo>
                <a:cubicBezTo>
                  <a:pt x="295721" y="190351"/>
                  <a:pt x="285527" y="192360"/>
                  <a:pt x="276597" y="188640"/>
                </a:cubicBezTo>
                <a:cubicBezTo>
                  <a:pt x="267667" y="184919"/>
                  <a:pt x="261938" y="176287"/>
                  <a:pt x="261938" y="166688"/>
                </a:cubicBezTo>
                <a:lnTo>
                  <a:pt x="261938" y="119063"/>
                </a:lnTo>
                <a:lnTo>
                  <a:pt x="23812" y="119063"/>
                </a:lnTo>
                <a:cubicBezTo>
                  <a:pt x="10641" y="119063"/>
                  <a:pt x="0" y="108421"/>
                  <a:pt x="0" y="95250"/>
                </a:cubicBezTo>
                <a:cubicBezTo>
                  <a:pt x="0" y="82079"/>
                  <a:pt x="10641" y="71438"/>
                  <a:pt x="23812" y="71438"/>
                </a:cubicBezTo>
                <a:lnTo>
                  <a:pt x="261938" y="71438"/>
                </a:lnTo>
                <a:lnTo>
                  <a:pt x="261938" y="23812"/>
                </a:lnTo>
                <a:cubicBezTo>
                  <a:pt x="261938" y="14213"/>
                  <a:pt x="267742" y="5507"/>
                  <a:pt x="276671" y="1786"/>
                </a:cubicBezTo>
                <a:cubicBezTo>
                  <a:pt x="285601" y="-1935"/>
                  <a:pt x="295796" y="149"/>
                  <a:pt x="302642" y="6921"/>
                </a:cubicBezTo>
                <a:lnTo>
                  <a:pt x="374079" y="78358"/>
                </a:lnTo>
                <a:cubicBezTo>
                  <a:pt x="383381" y="87660"/>
                  <a:pt x="383381" y="102766"/>
                  <a:pt x="374079" y="112068"/>
                </a:cubicBezTo>
                <a:close/>
                <a:moveTo>
                  <a:pt x="78358" y="374005"/>
                </a:moveTo>
                <a:lnTo>
                  <a:pt x="6921" y="302568"/>
                </a:lnTo>
                <a:cubicBezTo>
                  <a:pt x="-2381" y="293266"/>
                  <a:pt x="-2381" y="278160"/>
                  <a:pt x="6921" y="268858"/>
                </a:cubicBezTo>
                <a:lnTo>
                  <a:pt x="78358" y="197421"/>
                </a:lnTo>
                <a:cubicBezTo>
                  <a:pt x="85204" y="190574"/>
                  <a:pt x="95399" y="188565"/>
                  <a:pt x="104329" y="192286"/>
                </a:cubicBezTo>
                <a:cubicBezTo>
                  <a:pt x="113258" y="196007"/>
                  <a:pt x="119063" y="204713"/>
                  <a:pt x="119063" y="214313"/>
                </a:cubicBezTo>
                <a:lnTo>
                  <a:pt x="119063" y="261938"/>
                </a:lnTo>
                <a:lnTo>
                  <a:pt x="357188" y="261938"/>
                </a:lnTo>
                <a:cubicBezTo>
                  <a:pt x="370359" y="261938"/>
                  <a:pt x="381000" y="272579"/>
                  <a:pt x="381000" y="285750"/>
                </a:cubicBezTo>
                <a:cubicBezTo>
                  <a:pt x="381000" y="298921"/>
                  <a:pt x="370359" y="309563"/>
                  <a:pt x="357188" y="309563"/>
                </a:cubicBezTo>
                <a:lnTo>
                  <a:pt x="119063" y="309563"/>
                </a:lnTo>
                <a:lnTo>
                  <a:pt x="119063" y="357188"/>
                </a:lnTo>
                <a:cubicBezTo>
                  <a:pt x="119063" y="366787"/>
                  <a:pt x="113258" y="375493"/>
                  <a:pt x="104329" y="379214"/>
                </a:cubicBezTo>
                <a:cubicBezTo>
                  <a:pt x="95399" y="382935"/>
                  <a:pt x="85204" y="380851"/>
                  <a:pt x="78358" y="374079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1684000" y="4445000"/>
            <a:ext cx="203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Exchange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3589000" y="3556000"/>
            <a:ext cx="889000" cy="0"/>
          </a:xfrm>
          <a:prstGeom prst="straightConnector1">
            <a:avLst/>
          </a:prstGeom>
          <a:noFill/>
          <a:ln w="38100">
            <a:solidFill>
              <a:srgbClr val="FF8C42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14795500" y="3048000"/>
            <a:ext cx="1143000" cy="114300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31" name="Text 29"/>
          <p:cNvSpPr/>
          <p:nvPr/>
        </p:nvSpPr>
        <p:spPr>
          <a:xfrm>
            <a:off x="14795500" y="3238500"/>
            <a:ext cx="114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176500" y="3810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7859" y="142875"/>
                </a:moveTo>
                <a:lnTo>
                  <a:pt x="125016" y="142875"/>
                </a:lnTo>
                <a:cubicBezTo>
                  <a:pt x="132234" y="142875"/>
                  <a:pt x="138782" y="138559"/>
                  <a:pt x="141536" y="131862"/>
                </a:cubicBezTo>
                <a:cubicBezTo>
                  <a:pt x="144289" y="125164"/>
                  <a:pt x="142801" y="117500"/>
                  <a:pt x="137666" y="112365"/>
                </a:cubicBezTo>
                <a:lnTo>
                  <a:pt x="102915" y="77614"/>
                </a:lnTo>
                <a:cubicBezTo>
                  <a:pt x="158948" y="34007"/>
                  <a:pt x="240060" y="37951"/>
                  <a:pt x="291554" y="89446"/>
                </a:cubicBezTo>
                <a:cubicBezTo>
                  <a:pt x="347365" y="145256"/>
                  <a:pt x="347365" y="235669"/>
                  <a:pt x="291554" y="291480"/>
                </a:cubicBezTo>
                <a:cubicBezTo>
                  <a:pt x="235744" y="347290"/>
                  <a:pt x="145331" y="347290"/>
                  <a:pt x="89520" y="291480"/>
                </a:cubicBezTo>
                <a:cubicBezTo>
                  <a:pt x="81930" y="283890"/>
                  <a:pt x="75381" y="275630"/>
                  <a:pt x="69875" y="266923"/>
                </a:cubicBezTo>
                <a:cubicBezTo>
                  <a:pt x="62805" y="255836"/>
                  <a:pt x="48071" y="252561"/>
                  <a:pt x="36984" y="259631"/>
                </a:cubicBezTo>
                <a:cubicBezTo>
                  <a:pt x="25896" y="266700"/>
                  <a:pt x="22622" y="281434"/>
                  <a:pt x="29691" y="292522"/>
                </a:cubicBezTo>
                <a:cubicBezTo>
                  <a:pt x="36984" y="304130"/>
                  <a:pt x="45690" y="315144"/>
                  <a:pt x="55811" y="325189"/>
                </a:cubicBezTo>
                <a:cubicBezTo>
                  <a:pt x="130225" y="399604"/>
                  <a:pt x="250775" y="399604"/>
                  <a:pt x="325189" y="325189"/>
                </a:cubicBezTo>
                <a:cubicBezTo>
                  <a:pt x="399604" y="250775"/>
                  <a:pt x="399604" y="130225"/>
                  <a:pt x="325189" y="55811"/>
                </a:cubicBezTo>
                <a:cubicBezTo>
                  <a:pt x="255091" y="-14362"/>
                  <a:pt x="143842" y="-18380"/>
                  <a:pt x="68982" y="43755"/>
                </a:cubicBezTo>
                <a:lnTo>
                  <a:pt x="30510" y="5209"/>
                </a:lnTo>
                <a:cubicBezTo>
                  <a:pt x="25375" y="149"/>
                  <a:pt x="17711" y="-1414"/>
                  <a:pt x="11013" y="1339"/>
                </a:cubicBezTo>
                <a:cubicBezTo>
                  <a:pt x="4316" y="4093"/>
                  <a:pt x="0" y="10641"/>
                  <a:pt x="0" y="17859"/>
                </a:cubicBezTo>
                <a:lnTo>
                  <a:pt x="0" y="125016"/>
                </a:lnTo>
                <a:cubicBezTo>
                  <a:pt x="0" y="134913"/>
                  <a:pt x="7962" y="142875"/>
                  <a:pt x="17859" y="142875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4351000" y="4445000"/>
            <a:ext cx="203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Return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6256000" y="3556000"/>
            <a:ext cx="889000" cy="0"/>
          </a:xfrm>
          <a:prstGeom prst="straightConnector1">
            <a:avLst/>
          </a:prstGeom>
          <a:noFill/>
          <a:ln w="38100">
            <a:solidFill>
              <a:srgbClr val="FF8C42"/>
            </a:solidFill>
            <a:prstDash val="solid"/>
            <a:headEnd type="none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17462500" y="3048000"/>
            <a:ext cx="1143000" cy="11430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6" name="Text 34"/>
          <p:cNvSpPr/>
          <p:nvPr/>
        </p:nvSpPr>
        <p:spPr>
          <a:xfrm>
            <a:off x="17462500" y="3238500"/>
            <a:ext cx="114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7891125" y="38100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31725" y="23812"/>
                </a:moveTo>
                <a:lnTo>
                  <a:pt x="238125" y="23812"/>
                </a:lnTo>
                <a:cubicBezTo>
                  <a:pt x="264393" y="23812"/>
                  <a:pt x="285750" y="45169"/>
                  <a:pt x="285750" y="71438"/>
                </a:cubicBezTo>
                <a:lnTo>
                  <a:pt x="285750" y="333375"/>
                </a:lnTo>
                <a:cubicBezTo>
                  <a:pt x="285750" y="359643"/>
                  <a:pt x="264393" y="381000"/>
                  <a:pt x="238125" y="381000"/>
                </a:cubicBezTo>
                <a:lnTo>
                  <a:pt x="47625" y="381000"/>
                </a:lnTo>
                <a:cubicBezTo>
                  <a:pt x="21357" y="381000"/>
                  <a:pt x="0" y="359643"/>
                  <a:pt x="0" y="333375"/>
                </a:cubicBezTo>
                <a:lnTo>
                  <a:pt x="0" y="71438"/>
                </a:lnTo>
                <a:cubicBezTo>
                  <a:pt x="0" y="45169"/>
                  <a:pt x="21357" y="23812"/>
                  <a:pt x="47625" y="23812"/>
                </a:cubicBezTo>
                <a:lnTo>
                  <a:pt x="54025" y="23812"/>
                </a:lnTo>
                <a:cubicBezTo>
                  <a:pt x="62210" y="9599"/>
                  <a:pt x="77614" y="0"/>
                  <a:pt x="95250" y="0"/>
                </a:cubicBezTo>
                <a:lnTo>
                  <a:pt x="190500" y="0"/>
                </a:lnTo>
                <a:cubicBezTo>
                  <a:pt x="208136" y="0"/>
                  <a:pt x="223540" y="9599"/>
                  <a:pt x="231725" y="23812"/>
                </a:cubicBezTo>
                <a:close/>
                <a:moveTo>
                  <a:pt x="184547" y="83344"/>
                </a:moveTo>
                <a:cubicBezTo>
                  <a:pt x="194444" y="83344"/>
                  <a:pt x="202406" y="75381"/>
                  <a:pt x="202406" y="65484"/>
                </a:cubicBezTo>
                <a:cubicBezTo>
                  <a:pt x="202406" y="55587"/>
                  <a:pt x="194444" y="47625"/>
                  <a:pt x="184547" y="47625"/>
                </a:cubicBezTo>
                <a:lnTo>
                  <a:pt x="101203" y="47625"/>
                </a:lnTo>
                <a:cubicBezTo>
                  <a:pt x="91306" y="47625"/>
                  <a:pt x="83344" y="55587"/>
                  <a:pt x="83344" y="65484"/>
                </a:cubicBezTo>
                <a:cubicBezTo>
                  <a:pt x="83344" y="75381"/>
                  <a:pt x="91306" y="83344"/>
                  <a:pt x="101203" y="83344"/>
                </a:cubicBezTo>
                <a:lnTo>
                  <a:pt x="184547" y="83344"/>
                </a:lnTo>
                <a:close/>
                <a:moveTo>
                  <a:pt x="205680" y="193997"/>
                </a:moveTo>
                <a:cubicBezTo>
                  <a:pt x="210889" y="185663"/>
                  <a:pt x="208359" y="174650"/>
                  <a:pt x="200025" y="169366"/>
                </a:cubicBezTo>
                <a:cubicBezTo>
                  <a:pt x="191691" y="164083"/>
                  <a:pt x="180677" y="166688"/>
                  <a:pt x="175394" y="175022"/>
                </a:cubicBezTo>
                <a:lnTo>
                  <a:pt x="129704" y="248171"/>
                </a:lnTo>
                <a:lnTo>
                  <a:pt x="109612" y="221382"/>
                </a:lnTo>
                <a:cubicBezTo>
                  <a:pt x="103659" y="213494"/>
                  <a:pt x="92497" y="211857"/>
                  <a:pt x="84609" y="217810"/>
                </a:cubicBezTo>
                <a:cubicBezTo>
                  <a:pt x="76721" y="223763"/>
                  <a:pt x="75084" y="234925"/>
                  <a:pt x="81037" y="242813"/>
                </a:cubicBezTo>
                <a:lnTo>
                  <a:pt x="116756" y="290438"/>
                </a:lnTo>
                <a:cubicBezTo>
                  <a:pt x="120253" y="295126"/>
                  <a:pt x="125909" y="297805"/>
                  <a:pt x="131787" y="297582"/>
                </a:cubicBezTo>
                <a:cubicBezTo>
                  <a:pt x="137666" y="297359"/>
                  <a:pt x="143024" y="294233"/>
                  <a:pt x="146149" y="289173"/>
                </a:cubicBezTo>
                <a:lnTo>
                  <a:pt x="205680" y="193923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7018000" y="4445000"/>
            <a:ext cx="203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Confirm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8923000" y="3556000"/>
            <a:ext cx="889000" cy="0"/>
          </a:xfrm>
          <a:prstGeom prst="straightConnector1">
            <a:avLst/>
          </a:prstGeom>
          <a:noFill/>
          <a:ln w="38100">
            <a:solidFill>
              <a:srgbClr val="4CAF50"/>
            </a:solidFill>
            <a:prstDash val="solid"/>
            <a:headEnd type="none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20129500" y="3048000"/>
            <a:ext cx="1143000" cy="11430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1" name="Text 39"/>
          <p:cNvSpPr/>
          <p:nvPr/>
        </p:nvSpPr>
        <p:spPr>
          <a:xfrm>
            <a:off x="20129500" y="3238500"/>
            <a:ext cx="114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20486688" y="38100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30312" y="-14064"/>
                </a:moveTo>
                <a:cubicBezTo>
                  <a:pt x="227261" y="-20017"/>
                  <a:pt x="221084" y="-23812"/>
                  <a:pt x="214387" y="-23812"/>
                </a:cubicBezTo>
                <a:cubicBezTo>
                  <a:pt x="207690" y="-23812"/>
                  <a:pt x="201513" y="-20017"/>
                  <a:pt x="198462" y="-14064"/>
                </a:cubicBezTo>
                <a:lnTo>
                  <a:pt x="143694" y="93241"/>
                </a:lnTo>
                <a:lnTo>
                  <a:pt x="24705" y="112142"/>
                </a:lnTo>
                <a:cubicBezTo>
                  <a:pt x="18083" y="113184"/>
                  <a:pt x="12576" y="117872"/>
                  <a:pt x="10492" y="124271"/>
                </a:cubicBezTo>
                <a:cubicBezTo>
                  <a:pt x="8409" y="130671"/>
                  <a:pt x="10120" y="137666"/>
                  <a:pt x="14808" y="142429"/>
                </a:cubicBezTo>
                <a:lnTo>
                  <a:pt x="99938" y="227633"/>
                </a:lnTo>
                <a:lnTo>
                  <a:pt x="81186" y="346621"/>
                </a:lnTo>
                <a:cubicBezTo>
                  <a:pt x="80144" y="353244"/>
                  <a:pt x="82897" y="359941"/>
                  <a:pt x="88329" y="363885"/>
                </a:cubicBezTo>
                <a:cubicBezTo>
                  <a:pt x="93762" y="367829"/>
                  <a:pt x="100905" y="368424"/>
                  <a:pt x="106933" y="365373"/>
                </a:cubicBezTo>
                <a:lnTo>
                  <a:pt x="214387" y="310753"/>
                </a:lnTo>
                <a:lnTo>
                  <a:pt x="321766" y="365373"/>
                </a:lnTo>
                <a:cubicBezTo>
                  <a:pt x="327720" y="368424"/>
                  <a:pt x="334938" y="367829"/>
                  <a:pt x="340370" y="363885"/>
                </a:cubicBezTo>
                <a:cubicBezTo>
                  <a:pt x="345802" y="359941"/>
                  <a:pt x="348555" y="353318"/>
                  <a:pt x="347514" y="346621"/>
                </a:cubicBezTo>
                <a:lnTo>
                  <a:pt x="328687" y="227633"/>
                </a:lnTo>
                <a:lnTo>
                  <a:pt x="413817" y="142429"/>
                </a:lnTo>
                <a:cubicBezTo>
                  <a:pt x="418579" y="137666"/>
                  <a:pt x="420216" y="130671"/>
                  <a:pt x="418133" y="124271"/>
                </a:cubicBezTo>
                <a:cubicBezTo>
                  <a:pt x="416049" y="117872"/>
                  <a:pt x="410617" y="113184"/>
                  <a:pt x="403920" y="112142"/>
                </a:cubicBezTo>
                <a:lnTo>
                  <a:pt x="285006" y="93241"/>
                </a:lnTo>
                <a:lnTo>
                  <a:pt x="230312" y="-14064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9685000" y="4445000"/>
            <a:ext cx="203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Rate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016000" y="5461000"/>
            <a:ext cx="22352000" cy="673100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/>
        </p:spPr>
      </p:sp>
      <p:sp>
        <p:nvSpPr>
          <p:cNvPr id="45" name="Text 43"/>
          <p:cNvSpPr/>
          <p:nvPr/>
        </p:nvSpPr>
        <p:spPr>
          <a:xfrm>
            <a:off x="1524000" y="5842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Toy Owner Journey</a:t>
            </a:r>
            <a:endParaRPr lang="en-US" sz="2800" dirty="0"/>
          </a:p>
        </p:txBody>
      </p:sp>
      <p:sp>
        <p:nvSpPr>
          <p:cNvPr id="46" name="Shape 44"/>
          <p:cNvSpPr/>
          <p:nvPr/>
        </p:nvSpPr>
        <p:spPr>
          <a:xfrm>
            <a:off x="1524000" y="6413500"/>
            <a:ext cx="1270000" cy="0"/>
          </a:xfrm>
          <a:prstGeom prst="straightConnector1">
            <a:avLst/>
          </a:prstGeom>
          <a:noFill/>
          <a:ln w="50800">
            <a:solidFill>
              <a:srgbClr val="5B4FCF"/>
            </a:solidFill>
            <a:prstDash val="solid"/>
            <a:headEnd type="none"/>
            <a:tailEnd type="none"/>
          </a:ln>
        </p:spPr>
      </p:sp>
      <p:sp>
        <p:nvSpPr>
          <p:cNvPr id="47" name="Text 45"/>
          <p:cNvSpPr/>
          <p:nvPr/>
        </p:nvSpPr>
        <p:spPr>
          <a:xfrm>
            <a:off x="1524000" y="6667500"/>
            <a:ext cx="939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5B4FC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Sign up with email and password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5B4FC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List a toy with photos and details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5B4FC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</a:t>
            </a: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Receive and accept a borrow request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5B4FC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</a:t>
            </a: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Confirm toy return via QR scan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11684000" y="5842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Borrower Journey</a:t>
            </a:r>
            <a:endParaRPr lang="en-US" sz="2800" dirty="0"/>
          </a:p>
        </p:txBody>
      </p:sp>
      <p:sp>
        <p:nvSpPr>
          <p:cNvPr id="49" name="Shape 47"/>
          <p:cNvSpPr/>
          <p:nvPr/>
        </p:nvSpPr>
        <p:spPr>
          <a:xfrm>
            <a:off x="11684000" y="6413500"/>
            <a:ext cx="1270000" cy="0"/>
          </a:xfrm>
          <a:prstGeom prst="straightConnector1">
            <a:avLst/>
          </a:prstGeom>
          <a:noFill/>
          <a:ln w="50800">
            <a:solidFill>
              <a:srgbClr val="FF8C42"/>
            </a:solidFill>
            <a:prstDash val="solid"/>
            <a:headEnd type="none"/>
            <a:tailEnd type="none"/>
          </a:ln>
        </p:spPr>
      </p:sp>
      <p:sp>
        <p:nvSpPr>
          <p:cNvPr id="50" name="Text 48"/>
          <p:cNvSpPr/>
          <p:nvPr/>
        </p:nvSpPr>
        <p:spPr>
          <a:xfrm>
            <a:off x="11684000" y="6667500"/>
            <a:ext cx="1117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8C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Browse and request a toy to borrow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8C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</a:t>
            </a: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Pick up toy and scan QR to verify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8C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</a:t>
            </a: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Return toy before due date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8C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</a:t>
            </a:r>
            <a:r>
              <a:rPr lang="en-US" sz="2000" dirty="0">
                <a:solidFill>
                  <a:srgbClr val="1A15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Leave a rating and review</a:t>
            </a:r>
            <a:endParaRPr lang="en-US" sz="2200" dirty="0"/>
          </a:p>
        </p:txBody>
      </p:sp>
      <p:sp>
        <p:nvSpPr>
          <p:cNvPr id="51" name="Shape 49"/>
          <p:cNvSpPr/>
          <p:nvPr/>
        </p:nvSpPr>
        <p:spPr>
          <a:xfrm>
            <a:off x="1524000" y="9906000"/>
            <a:ext cx="21336000" cy="101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rgbClr val="5B4FCF"/>
              </a:gs>
              <a:gs pos="100000">
                <a:srgbClr val="8B7FE8"/>
              </a:gs>
            </a:gsLst>
            <a:lin ang="0" scaled="1"/>
          </a:gradFill>
          <a:ln/>
        </p:spPr>
      </p:sp>
      <p:sp>
        <p:nvSpPr>
          <p:cNvPr id="52" name="Text 50"/>
          <p:cNvSpPr/>
          <p:nvPr/>
        </p:nvSpPr>
        <p:spPr>
          <a:xfrm>
            <a:off x="2032000" y="10033000"/>
            <a:ext cx="203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exchange strengthens the community.</a:t>
            </a:r>
            <a:r>
              <a:rPr lang="en-US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Ratings build trust, reviews help others, and every shared toy brings joy to a new child.</a:t>
            </a:r>
            <a:endParaRPr lang="en-US" sz="1800" dirty="0"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gradFill flip="none" rotWithShape="1">
          <a:gsLst>
            <a:gs pos="0">
              <a:srgbClr val="7B6FE8"/>
            </a:gs>
            <a:gs pos="40000">
              <a:srgbClr val="5B4FCF"/>
            </a:gs>
            <a:gs pos="100000">
              <a:srgbClr val="3D32A8"/>
            </a:gs>
          </a:gsLst>
          <a:path path="circle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302000" y="2286000"/>
            <a:ext cx="1778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9600" b="1" kern="0" spc="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You!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0" y="4064000"/>
            <a:ext cx="152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FFFFFF">
                    <a:alpha val="8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 &amp; Answers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52000" y="5207000"/>
            <a:ext cx="5080000" cy="0"/>
          </a:xfrm>
          <a:prstGeom prst="straightConnector1">
            <a:avLst/>
          </a:prstGeom>
          <a:noFill/>
          <a:ln w="25400">
            <a:solidFill>
              <a:srgbClr val="FFFFFF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112000" y="571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kern="0" spc="400" dirty="0">
                <a:solidFill>
                  <a:srgbClr val="FFFFFF">
                    <a:alpha val="66667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GET IN TOUCH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874000" y="660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72541" y="394295"/>
                </a:moveTo>
                <a:cubicBezTo>
                  <a:pt x="172541" y="396280"/>
                  <a:pt x="170259" y="397867"/>
                  <a:pt x="167382" y="397867"/>
                </a:cubicBezTo>
                <a:cubicBezTo>
                  <a:pt x="164108" y="398165"/>
                  <a:pt x="161826" y="396577"/>
                  <a:pt x="161826" y="394295"/>
                </a:cubicBezTo>
                <a:cubicBezTo>
                  <a:pt x="161826" y="392311"/>
                  <a:pt x="164108" y="390723"/>
                  <a:pt x="166985" y="390723"/>
                </a:cubicBezTo>
                <a:cubicBezTo>
                  <a:pt x="169962" y="390426"/>
                  <a:pt x="172541" y="392013"/>
                  <a:pt x="172541" y="394295"/>
                </a:cubicBezTo>
                <a:close/>
                <a:moveTo>
                  <a:pt x="141684" y="389830"/>
                </a:moveTo>
                <a:cubicBezTo>
                  <a:pt x="140990" y="391815"/>
                  <a:pt x="142974" y="394097"/>
                  <a:pt x="145951" y="394692"/>
                </a:cubicBezTo>
                <a:cubicBezTo>
                  <a:pt x="148530" y="395684"/>
                  <a:pt x="151507" y="394692"/>
                  <a:pt x="152102" y="392708"/>
                </a:cubicBezTo>
                <a:cubicBezTo>
                  <a:pt x="152698" y="390723"/>
                  <a:pt x="150813" y="388441"/>
                  <a:pt x="147836" y="387548"/>
                </a:cubicBezTo>
                <a:cubicBezTo>
                  <a:pt x="145256" y="386854"/>
                  <a:pt x="142379" y="387846"/>
                  <a:pt x="141684" y="389830"/>
                </a:cubicBezTo>
                <a:close/>
                <a:moveTo>
                  <a:pt x="185539" y="388144"/>
                </a:moveTo>
                <a:cubicBezTo>
                  <a:pt x="182662" y="388838"/>
                  <a:pt x="180677" y="390723"/>
                  <a:pt x="180975" y="393005"/>
                </a:cubicBezTo>
                <a:cubicBezTo>
                  <a:pt x="181273" y="394990"/>
                  <a:pt x="183852" y="396280"/>
                  <a:pt x="186829" y="395585"/>
                </a:cubicBezTo>
                <a:cubicBezTo>
                  <a:pt x="189706" y="394891"/>
                  <a:pt x="191691" y="393005"/>
                  <a:pt x="191393" y="391021"/>
                </a:cubicBezTo>
                <a:cubicBezTo>
                  <a:pt x="191095" y="389136"/>
                  <a:pt x="188416" y="387846"/>
                  <a:pt x="185539" y="388144"/>
                </a:cubicBezTo>
                <a:close/>
                <a:moveTo>
                  <a:pt x="250825" y="7938"/>
                </a:moveTo>
                <a:cubicBezTo>
                  <a:pt x="113209" y="7938"/>
                  <a:pt x="7938" y="112415"/>
                  <a:pt x="7938" y="250031"/>
                </a:cubicBezTo>
                <a:cubicBezTo>
                  <a:pt x="7938" y="360065"/>
                  <a:pt x="77192" y="454223"/>
                  <a:pt x="176113" y="487362"/>
                </a:cubicBezTo>
                <a:cubicBezTo>
                  <a:pt x="188813" y="489645"/>
                  <a:pt x="193278" y="481806"/>
                  <a:pt x="193278" y="475357"/>
                </a:cubicBezTo>
                <a:cubicBezTo>
                  <a:pt x="193278" y="469205"/>
                  <a:pt x="192980" y="435273"/>
                  <a:pt x="192980" y="414437"/>
                </a:cubicBezTo>
                <a:cubicBezTo>
                  <a:pt x="192980" y="414437"/>
                  <a:pt x="123527" y="429320"/>
                  <a:pt x="108942" y="384870"/>
                </a:cubicBezTo>
                <a:cubicBezTo>
                  <a:pt x="108942" y="384870"/>
                  <a:pt x="97631" y="355997"/>
                  <a:pt x="81359" y="348555"/>
                </a:cubicBezTo>
                <a:cubicBezTo>
                  <a:pt x="81359" y="348555"/>
                  <a:pt x="58638" y="332978"/>
                  <a:pt x="82947" y="333276"/>
                </a:cubicBezTo>
                <a:cubicBezTo>
                  <a:pt x="82947" y="333276"/>
                  <a:pt x="107652" y="335260"/>
                  <a:pt x="121245" y="358874"/>
                </a:cubicBezTo>
                <a:cubicBezTo>
                  <a:pt x="142974" y="397173"/>
                  <a:pt x="179388" y="386159"/>
                  <a:pt x="193576" y="379611"/>
                </a:cubicBezTo>
                <a:cubicBezTo>
                  <a:pt x="195858" y="363736"/>
                  <a:pt x="202307" y="352723"/>
                  <a:pt x="209451" y="346174"/>
                </a:cubicBezTo>
                <a:cubicBezTo>
                  <a:pt x="153988" y="340023"/>
                  <a:pt x="98028" y="331986"/>
                  <a:pt x="98028" y="236537"/>
                </a:cubicBezTo>
                <a:cubicBezTo>
                  <a:pt x="98028" y="209252"/>
                  <a:pt x="105569" y="195560"/>
                  <a:pt x="121444" y="178098"/>
                </a:cubicBezTo>
                <a:cubicBezTo>
                  <a:pt x="118864" y="171648"/>
                  <a:pt x="110430" y="145058"/>
                  <a:pt x="124023" y="110728"/>
                </a:cubicBezTo>
                <a:cubicBezTo>
                  <a:pt x="144760" y="104279"/>
                  <a:pt x="192484" y="137517"/>
                  <a:pt x="192484" y="137517"/>
                </a:cubicBezTo>
                <a:cubicBezTo>
                  <a:pt x="212328" y="131961"/>
                  <a:pt x="233660" y="129084"/>
                  <a:pt x="254794" y="129084"/>
                </a:cubicBezTo>
                <a:cubicBezTo>
                  <a:pt x="275927" y="129084"/>
                  <a:pt x="297259" y="131961"/>
                  <a:pt x="317103" y="137517"/>
                </a:cubicBezTo>
                <a:cubicBezTo>
                  <a:pt x="317103" y="137517"/>
                  <a:pt x="364827" y="104180"/>
                  <a:pt x="385564" y="110728"/>
                </a:cubicBezTo>
                <a:cubicBezTo>
                  <a:pt x="399157" y="145157"/>
                  <a:pt x="390723" y="171648"/>
                  <a:pt x="388144" y="178098"/>
                </a:cubicBezTo>
                <a:cubicBezTo>
                  <a:pt x="404019" y="195659"/>
                  <a:pt x="413742" y="209352"/>
                  <a:pt x="413742" y="236537"/>
                </a:cubicBezTo>
                <a:cubicBezTo>
                  <a:pt x="413742" y="332284"/>
                  <a:pt x="355302" y="339923"/>
                  <a:pt x="299839" y="346174"/>
                </a:cubicBezTo>
                <a:cubicBezTo>
                  <a:pt x="308967" y="354012"/>
                  <a:pt x="316706" y="368895"/>
                  <a:pt x="316706" y="392212"/>
                </a:cubicBezTo>
                <a:cubicBezTo>
                  <a:pt x="316706" y="425648"/>
                  <a:pt x="316409" y="467023"/>
                  <a:pt x="316409" y="475159"/>
                </a:cubicBezTo>
                <a:cubicBezTo>
                  <a:pt x="316409" y="481608"/>
                  <a:pt x="320973" y="489446"/>
                  <a:pt x="333573" y="487164"/>
                </a:cubicBezTo>
                <a:cubicBezTo>
                  <a:pt x="432792" y="454223"/>
                  <a:pt x="500063" y="360065"/>
                  <a:pt x="500063" y="250031"/>
                </a:cubicBezTo>
                <a:cubicBezTo>
                  <a:pt x="500063" y="112415"/>
                  <a:pt x="388441" y="7938"/>
                  <a:pt x="250825" y="7938"/>
                </a:cubicBezTo>
                <a:close/>
                <a:moveTo>
                  <a:pt x="104378" y="350143"/>
                </a:moveTo>
                <a:cubicBezTo>
                  <a:pt x="103088" y="351135"/>
                  <a:pt x="103386" y="353417"/>
                  <a:pt x="105073" y="355302"/>
                </a:cubicBezTo>
                <a:cubicBezTo>
                  <a:pt x="106660" y="356890"/>
                  <a:pt x="108942" y="357584"/>
                  <a:pt x="110232" y="356295"/>
                </a:cubicBezTo>
                <a:cubicBezTo>
                  <a:pt x="111522" y="355302"/>
                  <a:pt x="111224" y="353020"/>
                  <a:pt x="109538" y="351135"/>
                </a:cubicBezTo>
                <a:cubicBezTo>
                  <a:pt x="107950" y="349548"/>
                  <a:pt x="105668" y="348853"/>
                  <a:pt x="104378" y="350143"/>
                </a:cubicBezTo>
                <a:close/>
                <a:moveTo>
                  <a:pt x="93663" y="342106"/>
                </a:moveTo>
                <a:cubicBezTo>
                  <a:pt x="92968" y="343396"/>
                  <a:pt x="93960" y="344984"/>
                  <a:pt x="95945" y="345976"/>
                </a:cubicBezTo>
                <a:cubicBezTo>
                  <a:pt x="97532" y="346968"/>
                  <a:pt x="99516" y="346670"/>
                  <a:pt x="100211" y="345281"/>
                </a:cubicBezTo>
                <a:cubicBezTo>
                  <a:pt x="100905" y="343991"/>
                  <a:pt x="99913" y="342404"/>
                  <a:pt x="97929" y="341412"/>
                </a:cubicBezTo>
                <a:cubicBezTo>
                  <a:pt x="95945" y="340816"/>
                  <a:pt x="94357" y="341114"/>
                  <a:pt x="93663" y="342106"/>
                </a:cubicBezTo>
                <a:close/>
                <a:moveTo>
                  <a:pt x="125809" y="377428"/>
                </a:moveTo>
                <a:cubicBezTo>
                  <a:pt x="124222" y="378718"/>
                  <a:pt x="124817" y="381695"/>
                  <a:pt x="127099" y="383580"/>
                </a:cubicBezTo>
                <a:cubicBezTo>
                  <a:pt x="129381" y="385862"/>
                  <a:pt x="132259" y="386159"/>
                  <a:pt x="133548" y="384572"/>
                </a:cubicBezTo>
                <a:cubicBezTo>
                  <a:pt x="134838" y="383282"/>
                  <a:pt x="134243" y="380305"/>
                  <a:pt x="132259" y="378420"/>
                </a:cubicBezTo>
                <a:cubicBezTo>
                  <a:pt x="130076" y="376138"/>
                  <a:pt x="127099" y="375841"/>
                  <a:pt x="125809" y="377428"/>
                </a:cubicBezTo>
                <a:close/>
                <a:moveTo>
                  <a:pt x="114498" y="362843"/>
                </a:moveTo>
                <a:cubicBezTo>
                  <a:pt x="112911" y="363835"/>
                  <a:pt x="112911" y="366415"/>
                  <a:pt x="114498" y="368697"/>
                </a:cubicBezTo>
                <a:cubicBezTo>
                  <a:pt x="116086" y="370979"/>
                  <a:pt x="118765" y="371971"/>
                  <a:pt x="120055" y="370979"/>
                </a:cubicBezTo>
                <a:cubicBezTo>
                  <a:pt x="121642" y="369689"/>
                  <a:pt x="121642" y="367109"/>
                  <a:pt x="120055" y="364827"/>
                </a:cubicBezTo>
                <a:cubicBezTo>
                  <a:pt x="118666" y="362545"/>
                  <a:pt x="116086" y="361553"/>
                  <a:pt x="114498" y="36284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509000" y="6604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https://github.com/sammar-abbas-shah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874000" y="736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7625" y="63500"/>
                </a:moveTo>
                <a:cubicBezTo>
                  <a:pt x="21332" y="63500"/>
                  <a:pt x="0" y="84832"/>
                  <a:pt x="0" y="111125"/>
                </a:cubicBezTo>
                <a:cubicBezTo>
                  <a:pt x="0" y="126107"/>
                  <a:pt x="7045" y="140196"/>
                  <a:pt x="19050" y="149225"/>
                </a:cubicBezTo>
                <a:lnTo>
                  <a:pt x="225425" y="304006"/>
                </a:lnTo>
                <a:cubicBezTo>
                  <a:pt x="242391" y="316706"/>
                  <a:pt x="265609" y="316706"/>
                  <a:pt x="282575" y="304006"/>
                </a:cubicBezTo>
                <a:lnTo>
                  <a:pt x="488950" y="149225"/>
                </a:lnTo>
                <a:cubicBezTo>
                  <a:pt x="500955" y="140196"/>
                  <a:pt x="508000" y="126107"/>
                  <a:pt x="508000" y="111125"/>
                </a:cubicBezTo>
                <a:cubicBezTo>
                  <a:pt x="508000" y="84832"/>
                  <a:pt x="486668" y="63500"/>
                  <a:pt x="460375" y="63500"/>
                </a:cubicBezTo>
                <a:lnTo>
                  <a:pt x="47625" y="63500"/>
                </a:lnTo>
                <a:close/>
                <a:moveTo>
                  <a:pt x="0" y="194469"/>
                </a:moveTo>
                <a:lnTo>
                  <a:pt x="0" y="381000"/>
                </a:lnTo>
                <a:cubicBezTo>
                  <a:pt x="0" y="416024"/>
                  <a:pt x="28476" y="444500"/>
                  <a:pt x="63500" y="444500"/>
                </a:cubicBezTo>
                <a:lnTo>
                  <a:pt x="444500" y="444500"/>
                </a:lnTo>
                <a:cubicBezTo>
                  <a:pt x="479524" y="444500"/>
                  <a:pt x="508000" y="416024"/>
                  <a:pt x="508000" y="381000"/>
                </a:cubicBezTo>
                <a:lnTo>
                  <a:pt x="508000" y="194469"/>
                </a:lnTo>
                <a:lnTo>
                  <a:pt x="311150" y="342106"/>
                </a:lnTo>
                <a:cubicBezTo>
                  <a:pt x="277316" y="367506"/>
                  <a:pt x="230684" y="367506"/>
                  <a:pt x="196850" y="342106"/>
                </a:cubicBezTo>
                <a:lnTo>
                  <a:pt x="0" y="1944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509000" y="7366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sammarabbas0619@gmail.com</a:t>
            </a:r>
            <a:endParaRPr lang="en-US" sz="1800" dirty="0"/>
          </a:p>
        </p:txBody>
      </p:sp>
      <p:sp>
        <p:nvSpPr>
          <p:cNvPr id="20" name="LinkedInIcon"/>
          <p:cNvSpPr/>
          <p:nvPr/>
        </p:nvSpPr>
        <p:spPr>
          <a:xfrm>
            <a:off x="7874000" y="812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0"/>
                </a:moveTo>
                <a:lnTo>
                  <a:pt x="444500" y="0"/>
                </a:lnTo>
                <a:cubicBezTo>
                  <a:pt x="479524" y="0"/>
                  <a:pt x="508000" y="28476"/>
                  <a:pt x="508000" y="63500"/>
                </a:cubicBezTo>
                <a:lnTo>
                  <a:pt x="508000" y="444500"/>
                </a:lnTo>
                <a:cubicBezTo>
                  <a:pt x="508000" y="479524"/>
                  <a:pt x="479524" y="508000"/>
                  <a:pt x="444500" y="508000"/>
                </a:cubicBezTo>
                <a:lnTo>
                  <a:pt x="63500" y="508000"/>
                </a:lnTo>
                <a:cubicBezTo>
                  <a:pt x="28476" y="508000"/>
                  <a:pt x="0" y="479524"/>
                  <a:pt x="0" y="444500"/>
                </a:cubicBezTo>
                <a:lnTo>
                  <a:pt x="0" y="63500"/>
                </a:lnTo>
                <a:cubicBezTo>
                  <a:pt x="0" y="28476"/>
                  <a:pt x="28476" y="0"/>
                  <a:pt x="63500" y="0"/>
                </a:cubicBezTo>
                <a:close/>
                <a:moveTo>
                  <a:pt x="101600" y="203200"/>
                </a:moveTo>
                <a:lnTo>
                  <a:pt x="152400" y="203200"/>
                </a:lnTo>
                <a:lnTo>
                  <a:pt x="152400" y="381000"/>
                </a:lnTo>
                <a:lnTo>
                  <a:pt x="101600" y="381000"/>
                </a:lnTo>
                <a:close/>
                <a:moveTo>
                  <a:pt x="127000" y="152400"/>
                </a:moveTo>
                <a:cubicBezTo>
                  <a:pt x="113209" y="152400"/>
                  <a:pt x="101600" y="140791"/>
                  <a:pt x="101600" y="127000"/>
                </a:cubicBezTo>
                <a:cubicBezTo>
                  <a:pt x="101600" y="113209"/>
                  <a:pt x="113209" y="101600"/>
                  <a:pt x="127000" y="101600"/>
                </a:cubicBezTo>
                <a:cubicBezTo>
                  <a:pt x="140791" y="101600"/>
                  <a:pt x="152400" y="113209"/>
                  <a:pt x="152400" y="127000"/>
                </a:cubicBezTo>
                <a:cubicBezTo>
                  <a:pt x="152400" y="140791"/>
                  <a:pt x="140791" y="152400"/>
                  <a:pt x="127000" y="152400"/>
                </a:cubicBezTo>
                <a:close/>
                <a:moveTo>
                  <a:pt x="203200" y="203200"/>
                </a:moveTo>
                <a:lnTo>
                  <a:pt x="254000" y="203200"/>
                </a:lnTo>
                <a:lnTo>
                  <a:pt x="254000" y="241300"/>
                </a:lnTo>
                <a:cubicBezTo>
                  <a:pt x="266700" y="215900"/>
                  <a:pt x="292100" y="196850"/>
                  <a:pt x="317500" y="196850"/>
                </a:cubicBezTo>
                <a:cubicBezTo>
                  <a:pt x="374650" y="196850"/>
                  <a:pt x="406400" y="234950"/>
                  <a:pt x="406400" y="298450"/>
                </a:cubicBezTo>
                <a:lnTo>
                  <a:pt x="406400" y="381000"/>
                </a:lnTo>
                <a:lnTo>
                  <a:pt x="355600" y="381000"/>
                </a:lnTo>
                <a:lnTo>
                  <a:pt x="355600" y="311150"/>
                </a:lnTo>
                <a:cubicBezTo>
                  <a:pt x="355600" y="273050"/>
                  <a:pt x="336550" y="247650"/>
                  <a:pt x="304800" y="247650"/>
                </a:cubicBezTo>
                <a:cubicBezTo>
                  <a:pt x="273050" y="247650"/>
                  <a:pt x="254000" y="273050"/>
                  <a:pt x="254000" y="311150"/>
                </a:cubicBezTo>
                <a:lnTo>
                  <a:pt x="254000" y="381000"/>
                </a:lnTo>
                <a:lnTo>
                  <a:pt x="203200" y="3810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LinkedInText"/>
          <p:cNvSpPr/>
          <p:nvPr/>
        </p:nvSpPr>
        <p:spPr>
          <a:xfrm>
            <a:off x="8509000" y="8128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https://www.linkedin.com/in/sammar-abbas-372359289/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842000" y="9398000"/>
            <a:ext cx="6350000" cy="762000"/>
          </a:xfrm>
          <a:prstGeom prst="roundRect">
            <a:avLst>
              <a:gd name="adj" fmla="val 8000"/>
            </a:avLst>
          </a:prstGeom>
          <a:solidFill>
            <a:srgbClr val="A89AF0"/>
          </a:solidFill>
          <a:ln/>
        </p:spPr>
      </p:sp>
      <p:sp>
        <p:nvSpPr>
          <p:cNvPr id="15" name="Shape 13"/>
          <p:cNvSpPr/>
          <p:nvPr/>
        </p:nvSpPr>
        <p:spPr>
          <a:xfrm>
            <a:off x="5842000" y="9398000"/>
            <a:ext cx="254000" cy="7620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6" name="Shape 14"/>
          <p:cNvSpPr/>
          <p:nvPr/>
        </p:nvSpPr>
        <p:spPr>
          <a:xfrm>
            <a:off x="12192000" y="9398000"/>
            <a:ext cx="6350000" cy="762000"/>
          </a:xfrm>
          <a:prstGeom prst="roundRect">
            <a:avLst>
              <a:gd name="adj" fmla="val 8000"/>
            </a:avLst>
          </a:prstGeom>
          <a:solidFill>
            <a:srgbClr val="8B7FE8"/>
          </a:solidFill>
          <a:ln/>
        </p:spPr>
      </p:sp>
      <p:sp>
        <p:nvSpPr>
          <p:cNvPr id="17" name="Shape 15"/>
          <p:cNvSpPr/>
          <p:nvPr/>
        </p:nvSpPr>
        <p:spPr>
          <a:xfrm>
            <a:off x="12192000" y="9398000"/>
            <a:ext cx="254000" cy="7620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10922000"/>
            <a:ext cx="152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kern="0" spc="600" dirty="0">
                <a:solidFill>
                  <a:srgbClr val="FFFFFF">
                    <a:alpha val="53333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Share Joy, One Toy at a Time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0" y="11684000"/>
            <a:ext cx="152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33333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ToyShare Team — Abdullah Rehman, Awais Ahmed, Jamal Asghar, Mohammad Zohab, Rafay Akhlaq, Sammar Abbas</a:t>
            </a:r>
            <a:endParaRPr lang="en-US" sz="1800"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 panose="020F0302020204030204"/>
        <a:ea typeface="Times New Roman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 panose="020F0502020204030204"/>
        <a:ea typeface="Times New Roman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 panose="020F0302020204030204"/>
        <a:ea typeface="Times New Roman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 panose="020F0502020204030204"/>
        <a:ea typeface="Times New Roman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2264</Words>
  <Application>Microsoft Office PowerPoint</Application>
  <PresentationFormat>Custom</PresentationFormat>
  <Paragraphs>327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Times New Roman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ToyShare: Share Joy, One Toy at a Time</dc:title>
  <dc:subject>ToyShare: Share Joy, One Toy at a Time</dc:subject>
  <dc:creator>Kimi</dc:creator>
  <cp:lastModifiedBy>Sammar Abbas</cp:lastModifiedBy>
  <cp:revision>3</cp:revision>
  <dcterms:created xsi:type="dcterms:W3CDTF">2026-05-03T13:37:00Z</dcterms:created>
  <dcterms:modified xsi:type="dcterms:W3CDTF">2026-05-16T06:36:36Z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{"Label":"ToyShare: Share Joy, One Toy at a Time","ContentProducer":"001191110108MACG2KBH8F10000","ProduceID":"19dee0df-1212-8998-8000-0000c994f2f0","ReservedCode1":"","ContentPropagator":"001191110108MACG2KBH8F20000","PropagateID":"19dee0df-1212-8998-8000-0000c994f2f0","ReservedCode2":""}</vt:lpwstr>
  </property>
</Properties>
</file>